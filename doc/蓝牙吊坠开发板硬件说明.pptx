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7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1.0版本硬件开发手册" id="{30F5026C-6D7D-4AF3-B0E0-6C2B9CC6D596}">
          <p14:sldIdLst>
            <p14:sldId id="276"/>
            <p14:sldId id="278"/>
            <p14:sldId id="279"/>
            <p14:sldId id="280"/>
          </p14:sldIdLst>
        </p14:section>
        <p14:section name="v1.2版本硬件开发手册" id="{039E9D62-6DE5-4ED9-A26E-6B31AB8F6FF3}">
          <p14:sldIdLst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A01323-16D8-4818-8941-2F4EE27A7D1F}" v="15" dt="2026-02-28T16:43:30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辉 姚" userId="f77ad2faee9cb49e" providerId="LiveId" clId="{53C76E0F-99FD-42A5-95EA-7962CDE077DC}"/>
    <pc:docChg chg="undo custSel addSld delSld modSld delMainMaster addSection delSection modSection">
      <pc:chgData name="辉 姚" userId="f77ad2faee9cb49e" providerId="LiveId" clId="{53C76E0F-99FD-42A5-95EA-7962CDE077DC}" dt="2026-02-28T16:46:54.162" v="490" actId="729"/>
      <pc:docMkLst>
        <pc:docMk/>
      </pc:docMkLst>
      <pc:sldChg chg="mod modShow">
        <pc:chgData name="辉 姚" userId="f77ad2faee9cb49e" providerId="LiveId" clId="{53C76E0F-99FD-42A5-95EA-7962CDE077DC}" dt="2026-02-28T16:46:54.162" v="490" actId="729"/>
        <pc:sldMkLst>
          <pc:docMk/>
          <pc:sldMk cId="2514215527" sldId="276"/>
        </pc:sldMkLst>
      </pc:sldChg>
      <pc:sldChg chg="mod modShow">
        <pc:chgData name="辉 姚" userId="f77ad2faee9cb49e" providerId="LiveId" clId="{53C76E0F-99FD-42A5-95EA-7962CDE077DC}" dt="2026-02-28T16:46:54.162" v="490" actId="729"/>
        <pc:sldMkLst>
          <pc:docMk/>
          <pc:sldMk cId="102212726" sldId="278"/>
        </pc:sldMkLst>
      </pc:sldChg>
      <pc:sldChg chg="mod modShow">
        <pc:chgData name="辉 姚" userId="f77ad2faee9cb49e" providerId="LiveId" clId="{53C76E0F-99FD-42A5-95EA-7962CDE077DC}" dt="2026-02-28T16:46:54.162" v="490" actId="729"/>
        <pc:sldMkLst>
          <pc:docMk/>
          <pc:sldMk cId="2175247504" sldId="279"/>
        </pc:sldMkLst>
      </pc:sldChg>
      <pc:sldChg chg="mod modShow">
        <pc:chgData name="辉 姚" userId="f77ad2faee9cb49e" providerId="LiveId" clId="{53C76E0F-99FD-42A5-95EA-7962CDE077DC}" dt="2026-02-28T16:46:54.162" v="490" actId="729"/>
        <pc:sldMkLst>
          <pc:docMk/>
          <pc:sldMk cId="3910343583" sldId="280"/>
        </pc:sldMkLst>
      </pc:sldChg>
      <pc:sldChg chg="modSp mod">
        <pc:chgData name="辉 姚" userId="f77ad2faee9cb49e" providerId="LiveId" clId="{53C76E0F-99FD-42A5-95EA-7962CDE077DC}" dt="2026-02-28T16:45:55.823" v="489" actId="20577"/>
        <pc:sldMkLst>
          <pc:docMk/>
          <pc:sldMk cId="3988005872" sldId="281"/>
        </pc:sldMkLst>
        <pc:spChg chg="mod">
          <ac:chgData name="辉 姚" userId="f77ad2faee9cb49e" providerId="LiveId" clId="{53C76E0F-99FD-42A5-95EA-7962CDE077DC}" dt="2026-02-28T16:45:55.823" v="489" actId="20577"/>
          <ac:spMkLst>
            <pc:docMk/>
            <pc:sldMk cId="3988005872" sldId="281"/>
            <ac:spMk id="3" creationId="{507CB730-570E-F406-2BC6-9106371BD7C0}"/>
          </ac:spMkLst>
        </pc:spChg>
      </pc:sldChg>
      <pc:sldChg chg="addSp delSp modSp add mod">
        <pc:chgData name="辉 姚" userId="f77ad2faee9cb49e" providerId="LiveId" clId="{53C76E0F-99FD-42A5-95EA-7962CDE077DC}" dt="2026-02-28T16:34:01.026" v="265" actId="14100"/>
        <pc:sldMkLst>
          <pc:docMk/>
          <pc:sldMk cId="1812104975" sldId="282"/>
        </pc:sldMkLst>
        <pc:spChg chg="mod">
          <ac:chgData name="辉 姚" userId="f77ad2faee9cb49e" providerId="LiveId" clId="{53C76E0F-99FD-42A5-95EA-7962CDE077DC}" dt="2026-02-28T16:33:02.881" v="253" actId="113"/>
          <ac:spMkLst>
            <pc:docMk/>
            <pc:sldMk cId="1812104975" sldId="282"/>
            <ac:spMk id="3" creationId="{27B01941-62FC-06C1-7941-2E5110C22782}"/>
          </ac:spMkLst>
        </pc:spChg>
        <pc:spChg chg="mod">
          <ac:chgData name="辉 姚" userId="f77ad2faee9cb49e" providerId="LiveId" clId="{53C76E0F-99FD-42A5-95EA-7962CDE077DC}" dt="2026-02-28T16:21:40.660" v="100" actId="1076"/>
          <ac:spMkLst>
            <pc:docMk/>
            <pc:sldMk cId="1812104975" sldId="282"/>
            <ac:spMk id="20" creationId="{DC79B877-924F-0F05-1F95-582FC7C72A75}"/>
          </ac:spMkLst>
        </pc:spChg>
        <pc:spChg chg="mod">
          <ac:chgData name="辉 姚" userId="f77ad2faee9cb49e" providerId="LiveId" clId="{53C76E0F-99FD-42A5-95EA-7962CDE077DC}" dt="2026-02-28T16:25:53.896" v="180" actId="1076"/>
          <ac:spMkLst>
            <pc:docMk/>
            <pc:sldMk cId="1812104975" sldId="282"/>
            <ac:spMk id="22" creationId="{0ED8F0AF-7E24-46C1-48B3-77DBC69BFDC3}"/>
          </ac:spMkLst>
        </pc:spChg>
        <pc:spChg chg="mod">
          <ac:chgData name="辉 姚" userId="f77ad2faee9cb49e" providerId="LiveId" clId="{53C76E0F-99FD-42A5-95EA-7962CDE077DC}" dt="2026-02-28T16:32:28.834" v="208" actId="1076"/>
          <ac:spMkLst>
            <pc:docMk/>
            <pc:sldMk cId="1812104975" sldId="282"/>
            <ac:spMk id="23" creationId="{F35BFF4E-F1DD-7C1A-AF5C-68215C550633}"/>
          </ac:spMkLst>
        </pc:spChg>
        <pc:spChg chg="mod">
          <ac:chgData name="辉 姚" userId="f77ad2faee9cb49e" providerId="LiveId" clId="{53C76E0F-99FD-42A5-95EA-7962CDE077DC}" dt="2026-02-28T16:21:22.870" v="85" actId="1076"/>
          <ac:spMkLst>
            <pc:docMk/>
            <pc:sldMk cId="1812104975" sldId="282"/>
            <ac:spMk id="24" creationId="{8D13927A-585A-84A9-CB1D-2653873AF69F}"/>
          </ac:spMkLst>
        </pc:spChg>
        <pc:spChg chg="mod">
          <ac:chgData name="辉 姚" userId="f77ad2faee9cb49e" providerId="LiveId" clId="{53C76E0F-99FD-42A5-95EA-7962CDE077DC}" dt="2026-02-28T16:33:15.918" v="254" actId="1076"/>
          <ac:spMkLst>
            <pc:docMk/>
            <pc:sldMk cId="1812104975" sldId="282"/>
            <ac:spMk id="25" creationId="{A6EAAF17-7F95-A13E-27D9-DAF703E28AB1}"/>
          </ac:spMkLst>
        </pc:spChg>
        <pc:spChg chg="mod">
          <ac:chgData name="辉 姚" userId="f77ad2faee9cb49e" providerId="LiveId" clId="{53C76E0F-99FD-42A5-95EA-7962CDE077DC}" dt="2026-02-28T16:33:20.929" v="255" actId="1076"/>
          <ac:spMkLst>
            <pc:docMk/>
            <pc:sldMk cId="1812104975" sldId="282"/>
            <ac:spMk id="26" creationId="{95FFDA7F-1501-63BB-C179-26F0435F8090}"/>
          </ac:spMkLst>
        </pc:spChg>
        <pc:spChg chg="mod">
          <ac:chgData name="辉 姚" userId="f77ad2faee9cb49e" providerId="LiveId" clId="{53C76E0F-99FD-42A5-95EA-7962CDE077DC}" dt="2026-02-28T16:33:26.173" v="256" actId="1076"/>
          <ac:spMkLst>
            <pc:docMk/>
            <pc:sldMk cId="1812104975" sldId="282"/>
            <ac:spMk id="27" creationId="{77CE08B5-025F-F678-03A6-51E17E8C22B4}"/>
          </ac:spMkLst>
        </pc:spChg>
        <pc:spChg chg="mod">
          <ac:chgData name="辉 姚" userId="f77ad2faee9cb49e" providerId="LiveId" clId="{53C76E0F-99FD-42A5-95EA-7962CDE077DC}" dt="2026-02-28T16:33:30.610" v="257" actId="1076"/>
          <ac:spMkLst>
            <pc:docMk/>
            <pc:sldMk cId="1812104975" sldId="282"/>
            <ac:spMk id="28" creationId="{A8D297E9-6EAF-D4A4-27F7-75A3EE7B62F2}"/>
          </ac:spMkLst>
        </pc:spChg>
        <pc:spChg chg="mod">
          <ac:chgData name="辉 姚" userId="f77ad2faee9cb49e" providerId="LiveId" clId="{53C76E0F-99FD-42A5-95EA-7962CDE077DC}" dt="2026-02-28T16:33:35.599" v="258" actId="1076"/>
          <ac:spMkLst>
            <pc:docMk/>
            <pc:sldMk cId="1812104975" sldId="282"/>
            <ac:spMk id="29" creationId="{A628835C-1272-6C99-D404-18F47A21B80C}"/>
          </ac:spMkLst>
        </pc:spChg>
        <pc:spChg chg="mod">
          <ac:chgData name="辉 姚" userId="f77ad2faee9cb49e" providerId="LiveId" clId="{53C76E0F-99FD-42A5-95EA-7962CDE077DC}" dt="2026-02-28T16:33:42.963" v="259" actId="1076"/>
          <ac:spMkLst>
            <pc:docMk/>
            <pc:sldMk cId="1812104975" sldId="282"/>
            <ac:spMk id="30" creationId="{728DF618-1AC2-88E0-901D-A0C337CEB3DA}"/>
          </ac:spMkLst>
        </pc:spChg>
        <pc:spChg chg="mod">
          <ac:chgData name="辉 姚" userId="f77ad2faee9cb49e" providerId="LiveId" clId="{53C76E0F-99FD-42A5-95EA-7962CDE077DC}" dt="2026-02-28T16:33:52.818" v="260" actId="1076"/>
          <ac:spMkLst>
            <pc:docMk/>
            <pc:sldMk cId="1812104975" sldId="282"/>
            <ac:spMk id="31" creationId="{05BA7984-AF5B-1E5E-CEF5-803F2DBFD6B7}"/>
          </ac:spMkLst>
        </pc:spChg>
        <pc:picChg chg="del">
          <ac:chgData name="辉 姚" userId="f77ad2faee9cb49e" providerId="LiveId" clId="{53C76E0F-99FD-42A5-95EA-7962CDE077DC}" dt="2026-02-28T16:20:29.523" v="75" actId="478"/>
          <ac:picMkLst>
            <pc:docMk/>
            <pc:sldMk cId="1812104975" sldId="282"/>
            <ac:picMk id="5" creationId="{FF7E9ACC-C761-1707-46C5-CC537F30DCE0}"/>
          </ac:picMkLst>
        </pc:picChg>
        <pc:picChg chg="add del mod ord">
          <ac:chgData name="辉 姚" userId="f77ad2faee9cb49e" providerId="LiveId" clId="{53C76E0F-99FD-42A5-95EA-7962CDE077DC}" dt="2026-02-28T16:20:57.813" v="78" actId="478"/>
          <ac:picMkLst>
            <pc:docMk/>
            <pc:sldMk cId="1812104975" sldId="282"/>
            <ac:picMk id="6" creationId="{F3C00074-5FD9-2BDA-2017-40B6EB51F7D5}"/>
          </ac:picMkLst>
        </pc:picChg>
        <pc:picChg chg="del">
          <ac:chgData name="辉 姚" userId="f77ad2faee9cb49e" providerId="LiveId" clId="{53C76E0F-99FD-42A5-95EA-7962CDE077DC}" dt="2026-02-28T16:33:57.515" v="264" actId="478"/>
          <ac:picMkLst>
            <pc:docMk/>
            <pc:sldMk cId="1812104975" sldId="282"/>
            <ac:picMk id="7" creationId="{F9683E13-0806-2651-AC1C-3696272BEF9F}"/>
          </ac:picMkLst>
        </pc:picChg>
        <pc:picChg chg="del">
          <ac:chgData name="辉 姚" userId="f77ad2faee9cb49e" providerId="LiveId" clId="{53C76E0F-99FD-42A5-95EA-7962CDE077DC}" dt="2026-02-28T16:33:56.954" v="263" actId="478"/>
          <ac:picMkLst>
            <pc:docMk/>
            <pc:sldMk cId="1812104975" sldId="282"/>
            <ac:picMk id="9" creationId="{67E2FC7E-FF61-3F75-9C4D-A6B459338F03}"/>
          </ac:picMkLst>
        </pc:picChg>
        <pc:picChg chg="add mod ord">
          <ac:chgData name="辉 姚" userId="f77ad2faee9cb49e" providerId="LiveId" clId="{53C76E0F-99FD-42A5-95EA-7962CDE077DC}" dt="2026-02-28T16:34:01.026" v="265" actId="14100"/>
          <ac:picMkLst>
            <pc:docMk/>
            <pc:sldMk cId="1812104975" sldId="282"/>
            <ac:picMk id="10" creationId="{D2973117-A688-6001-3565-3FD34877D9A4}"/>
          </ac:picMkLst>
        </pc:picChg>
        <pc:picChg chg="del">
          <ac:chgData name="辉 姚" userId="f77ad2faee9cb49e" providerId="LiveId" clId="{53C76E0F-99FD-42A5-95EA-7962CDE077DC}" dt="2026-02-28T16:33:56.428" v="262" actId="478"/>
          <ac:picMkLst>
            <pc:docMk/>
            <pc:sldMk cId="1812104975" sldId="282"/>
            <ac:picMk id="11" creationId="{AAF9CA1C-2396-7D8D-1CAD-E686D603E53E}"/>
          </ac:picMkLst>
        </pc:picChg>
        <pc:picChg chg="del">
          <ac:chgData name="辉 姚" userId="f77ad2faee9cb49e" providerId="LiveId" clId="{53C76E0F-99FD-42A5-95EA-7962CDE077DC}" dt="2026-02-28T16:33:55.772" v="261" actId="478"/>
          <ac:picMkLst>
            <pc:docMk/>
            <pc:sldMk cId="1812104975" sldId="282"/>
            <ac:picMk id="13" creationId="{59C475E6-1F31-D308-03AE-A0866EC0EC3E}"/>
          </ac:picMkLst>
        </pc:picChg>
        <pc:picChg chg="del">
          <ac:chgData name="辉 姚" userId="f77ad2faee9cb49e" providerId="LiveId" clId="{53C76E0F-99FD-42A5-95EA-7962CDE077DC}" dt="2026-02-28T16:20:58.987" v="79" actId="478"/>
          <ac:picMkLst>
            <pc:docMk/>
            <pc:sldMk cId="1812104975" sldId="282"/>
            <ac:picMk id="19" creationId="{104AD9CF-7F6D-03F0-B790-0F946305361B}"/>
          </ac:picMkLst>
        </pc:picChg>
      </pc:sldChg>
      <pc:sldChg chg="addSp delSp modSp add mod">
        <pc:chgData name="辉 姚" userId="f77ad2faee9cb49e" providerId="LiveId" clId="{53C76E0F-99FD-42A5-95EA-7962CDE077DC}" dt="2026-02-28T16:37:08.392" v="283" actId="20577"/>
        <pc:sldMkLst>
          <pc:docMk/>
          <pc:sldMk cId="3520658647" sldId="283"/>
        </pc:sldMkLst>
        <pc:spChg chg="mod">
          <ac:chgData name="辉 姚" userId="f77ad2faee9cb49e" providerId="LiveId" clId="{53C76E0F-99FD-42A5-95EA-7962CDE077DC}" dt="2026-02-28T16:37:08.392" v="283" actId="20577"/>
          <ac:spMkLst>
            <pc:docMk/>
            <pc:sldMk cId="3520658647" sldId="283"/>
            <ac:spMk id="3" creationId="{C502D99D-041C-0EE8-2FBA-8E91B0600247}"/>
          </ac:spMkLst>
        </pc:spChg>
        <pc:spChg chg="mod">
          <ac:chgData name="辉 姚" userId="f77ad2faee9cb49e" providerId="LiveId" clId="{53C76E0F-99FD-42A5-95EA-7962CDE077DC}" dt="2026-02-28T16:36:02.559" v="273" actId="1076"/>
          <ac:spMkLst>
            <pc:docMk/>
            <pc:sldMk cId="3520658647" sldId="283"/>
            <ac:spMk id="4" creationId="{504005AC-A97B-6D51-221B-64A74BCC19E2}"/>
          </ac:spMkLst>
        </pc:spChg>
        <pc:spChg chg="mod">
          <ac:chgData name="辉 姚" userId="f77ad2faee9cb49e" providerId="LiveId" clId="{53C76E0F-99FD-42A5-95EA-7962CDE077DC}" dt="2026-02-28T16:35:35.718" v="271" actId="1076"/>
          <ac:spMkLst>
            <pc:docMk/>
            <pc:sldMk cId="3520658647" sldId="283"/>
            <ac:spMk id="20" creationId="{5B24D7E9-F75E-C5D0-6767-8375E77B4145}"/>
          </ac:spMkLst>
        </pc:spChg>
        <pc:spChg chg="mod">
          <ac:chgData name="辉 姚" userId="f77ad2faee9cb49e" providerId="LiveId" clId="{53C76E0F-99FD-42A5-95EA-7962CDE077DC}" dt="2026-02-28T16:35:47.973" v="272" actId="1076"/>
          <ac:spMkLst>
            <pc:docMk/>
            <pc:sldMk cId="3520658647" sldId="283"/>
            <ac:spMk id="22" creationId="{2B458EEB-1D76-75FA-EC25-143682B9268B}"/>
          </ac:spMkLst>
        </pc:spChg>
        <pc:picChg chg="del">
          <ac:chgData name="辉 姚" userId="f77ad2faee9cb49e" providerId="LiveId" clId="{53C76E0F-99FD-42A5-95EA-7962CDE077DC}" dt="2026-02-28T16:34:22.581" v="267" actId="478"/>
          <ac:picMkLst>
            <pc:docMk/>
            <pc:sldMk cId="3520658647" sldId="283"/>
            <ac:picMk id="5" creationId="{D871B44E-7978-18FA-83CC-B48D72203D95}"/>
          </ac:picMkLst>
        </pc:picChg>
        <pc:picChg chg="add mod ord">
          <ac:chgData name="辉 姚" userId="f77ad2faee9cb49e" providerId="LiveId" clId="{53C76E0F-99FD-42A5-95EA-7962CDE077DC}" dt="2026-02-28T16:34:32.540" v="270" actId="1076"/>
          <ac:picMkLst>
            <pc:docMk/>
            <pc:sldMk cId="3520658647" sldId="283"/>
            <ac:picMk id="6" creationId="{1BEAD6E8-4161-95F9-8937-180306A0AD32}"/>
          </ac:picMkLst>
        </pc:picChg>
      </pc:sldChg>
      <pc:sldChg chg="addSp delSp modSp add mod">
        <pc:chgData name="辉 姚" userId="f77ad2faee9cb49e" providerId="LiveId" clId="{53C76E0F-99FD-42A5-95EA-7962CDE077DC}" dt="2026-02-28T16:43:14.016" v="476" actId="1076"/>
        <pc:sldMkLst>
          <pc:docMk/>
          <pc:sldMk cId="258355420" sldId="284"/>
        </pc:sldMkLst>
        <pc:spChg chg="mod">
          <ac:chgData name="辉 姚" userId="f77ad2faee9cb49e" providerId="LiveId" clId="{53C76E0F-99FD-42A5-95EA-7962CDE077DC}" dt="2026-02-28T16:42:27.384" v="468" actId="20577"/>
          <ac:spMkLst>
            <pc:docMk/>
            <pc:sldMk cId="258355420" sldId="284"/>
            <ac:spMk id="3" creationId="{7A524332-8EF4-AC10-FB65-E51E7CF168BF}"/>
          </ac:spMkLst>
        </pc:spChg>
        <pc:spChg chg="add mod">
          <ac:chgData name="辉 姚" userId="f77ad2faee9cb49e" providerId="LiveId" clId="{53C76E0F-99FD-42A5-95EA-7962CDE077DC}" dt="2026-02-28T16:40:00.122" v="376" actId="20577"/>
          <ac:spMkLst>
            <pc:docMk/>
            <pc:sldMk cId="258355420" sldId="284"/>
            <ac:spMk id="7" creationId="{72FD1ACF-68A5-9161-E970-3DC936D0884F}"/>
          </ac:spMkLst>
        </pc:spChg>
        <pc:spChg chg="add mod">
          <ac:chgData name="辉 姚" userId="f77ad2faee9cb49e" providerId="LiveId" clId="{53C76E0F-99FD-42A5-95EA-7962CDE077DC}" dt="2026-02-28T16:43:14.016" v="476" actId="1076"/>
          <ac:spMkLst>
            <pc:docMk/>
            <pc:sldMk cId="258355420" sldId="284"/>
            <ac:spMk id="8" creationId="{20EDE257-B747-F8F2-BEDD-D4F084C93CD8}"/>
          </ac:spMkLst>
        </pc:spChg>
        <pc:spChg chg="mod">
          <ac:chgData name="辉 姚" userId="f77ad2faee9cb49e" providerId="LiveId" clId="{53C76E0F-99FD-42A5-95EA-7962CDE077DC}" dt="2026-02-28T16:39:03.840" v="372" actId="1076"/>
          <ac:spMkLst>
            <pc:docMk/>
            <pc:sldMk cId="258355420" sldId="284"/>
            <ac:spMk id="20" creationId="{1CD05ACF-5CF6-A172-FFC3-97A4652F988A}"/>
          </ac:spMkLst>
        </pc:spChg>
        <pc:picChg chg="del">
          <ac:chgData name="辉 姚" userId="f77ad2faee9cb49e" providerId="LiveId" clId="{53C76E0F-99FD-42A5-95EA-7962CDE077DC}" dt="2026-02-28T16:38:56.743" v="369" actId="478"/>
          <ac:picMkLst>
            <pc:docMk/>
            <pc:sldMk cId="258355420" sldId="284"/>
            <ac:picMk id="5" creationId="{7DCBEB40-0B36-85DF-8E4C-1EB9A9068F60}"/>
          </ac:picMkLst>
        </pc:picChg>
        <pc:picChg chg="add mod ord">
          <ac:chgData name="辉 姚" userId="f77ad2faee9cb49e" providerId="LiveId" clId="{53C76E0F-99FD-42A5-95EA-7962CDE077DC}" dt="2026-02-28T16:38:59.332" v="371" actId="167"/>
          <ac:picMkLst>
            <pc:docMk/>
            <pc:sldMk cId="258355420" sldId="284"/>
            <ac:picMk id="6" creationId="{92C038A1-4B8C-2150-AE93-CD5BCE8E1FC4}"/>
          </ac:picMkLst>
        </pc:picChg>
        <pc:picChg chg="add mod ord">
          <ac:chgData name="辉 姚" userId="f77ad2faee9cb49e" providerId="LiveId" clId="{53C76E0F-99FD-42A5-95EA-7962CDE077DC}" dt="2026-02-28T16:43:09.409" v="475" actId="167"/>
          <ac:picMkLst>
            <pc:docMk/>
            <pc:sldMk cId="258355420" sldId="284"/>
            <ac:picMk id="9" creationId="{EBF8CF93-7F20-4BD3-BB57-522D25B24CBB}"/>
          </ac:picMkLst>
        </pc:picChg>
      </pc:sldChg>
      <pc:sldChg chg="addSp delSp modSp add mod">
        <pc:chgData name="辉 姚" userId="f77ad2faee9cb49e" providerId="LiveId" clId="{53C76E0F-99FD-42A5-95EA-7962CDE077DC}" dt="2026-02-28T16:44:04.401" v="488" actId="20577"/>
        <pc:sldMkLst>
          <pc:docMk/>
          <pc:sldMk cId="2945232258" sldId="285"/>
        </pc:sldMkLst>
        <pc:spChg chg="mod">
          <ac:chgData name="辉 姚" userId="f77ad2faee9cb49e" providerId="LiveId" clId="{53C76E0F-99FD-42A5-95EA-7962CDE077DC}" dt="2026-02-28T16:44:04.401" v="488" actId="20577"/>
          <ac:spMkLst>
            <pc:docMk/>
            <pc:sldMk cId="2945232258" sldId="285"/>
            <ac:spMk id="3" creationId="{2E5416C8-C0DC-5C56-74B4-7A5A39365630}"/>
          </ac:spMkLst>
        </pc:spChg>
        <pc:spChg chg="del">
          <ac:chgData name="辉 姚" userId="f77ad2faee9cb49e" providerId="LiveId" clId="{53C76E0F-99FD-42A5-95EA-7962CDE077DC}" dt="2026-02-28T16:43:25.025" v="479" actId="478"/>
          <ac:spMkLst>
            <pc:docMk/>
            <pc:sldMk cId="2945232258" sldId="285"/>
            <ac:spMk id="7" creationId="{CD23D3A6-30C6-21E8-BCFC-8EBCC96C436A}"/>
          </ac:spMkLst>
        </pc:spChg>
        <pc:spChg chg="add del mod">
          <ac:chgData name="辉 姚" userId="f77ad2faee9cb49e" providerId="LiveId" clId="{53C76E0F-99FD-42A5-95EA-7962CDE077DC}" dt="2026-02-28T16:43:36.206" v="481" actId="478"/>
          <ac:spMkLst>
            <pc:docMk/>
            <pc:sldMk cId="2945232258" sldId="285"/>
            <ac:spMk id="8" creationId="{A392A9B1-1E82-776C-D75A-291D4C2193FE}"/>
          </ac:spMkLst>
        </pc:spChg>
        <pc:spChg chg="add mod">
          <ac:chgData name="辉 姚" userId="f77ad2faee9cb49e" providerId="LiveId" clId="{53C76E0F-99FD-42A5-95EA-7962CDE077DC}" dt="2026-02-28T16:43:56.030" v="487" actId="208"/>
          <ac:spMkLst>
            <pc:docMk/>
            <pc:sldMk cId="2945232258" sldId="285"/>
            <ac:spMk id="9" creationId="{8DD32DDC-6058-2943-F2DE-137F57515456}"/>
          </ac:spMkLst>
        </pc:spChg>
        <pc:picChg chg="add mod">
          <ac:chgData name="辉 姚" userId="f77ad2faee9cb49e" providerId="LiveId" clId="{53C76E0F-99FD-42A5-95EA-7962CDE077DC}" dt="2026-02-28T16:43:30.294" v="480"/>
          <ac:picMkLst>
            <pc:docMk/>
            <pc:sldMk cId="2945232258" sldId="285"/>
            <ac:picMk id="4" creationId="{C545D1D4-5596-54FC-45EA-9116DCEFDDFE}"/>
          </ac:picMkLst>
        </pc:picChg>
        <pc:picChg chg="del">
          <ac:chgData name="辉 姚" userId="f77ad2faee9cb49e" providerId="LiveId" clId="{53C76E0F-99FD-42A5-95EA-7962CDE077DC}" dt="2026-02-28T16:43:23.786" v="478" actId="478"/>
          <ac:picMkLst>
            <pc:docMk/>
            <pc:sldMk cId="2945232258" sldId="285"/>
            <ac:picMk id="5" creationId="{6B70279F-4DB5-9E8B-D913-C5F627BF1703}"/>
          </ac:picMkLst>
        </pc:picChg>
        <pc:picChg chg="del">
          <ac:chgData name="辉 姚" userId="f77ad2faee9cb49e" providerId="LiveId" clId="{53C76E0F-99FD-42A5-95EA-7962CDE077DC}" dt="2026-02-28T16:43:23.297" v="477" actId="478"/>
          <ac:picMkLst>
            <pc:docMk/>
            <pc:sldMk cId="2945232258" sldId="285"/>
            <ac:picMk id="6" creationId="{0374BB38-E8CA-A280-7E6A-265ACCA2747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33564D-CA18-4395-85A2-1B78EC67CBC5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EB9EB2-3D60-4B5B-B18A-A9A00D1C43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3211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BA2A0-B0F4-4A57-B274-59F710DFCEF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822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67088-6431-42AB-700E-CF69C995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754B5B-6B7A-CC77-4245-85FDAD747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9F961A-A368-757A-0550-DDE765C5F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271140-7F42-EB19-D814-418355561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BA2A0-B0F4-4A57-B274-59F710DFCEF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917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88688-A654-C94E-86E9-9B8A58F9A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66F402-8FC6-37C6-8181-365DF7A313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0C4628-85AE-AEF9-22FE-97C0E78910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D54A40-AEDC-61A5-FA9C-DA1782B27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BA2A0-B0F4-4A57-B274-59F710DFCEF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B2DFC-07C8-E8B1-0E35-C4C4D18A7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7D1092-8DDA-62A6-241B-C0D6DEEDF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F68C022-4D35-AA2F-E70E-21FA6E997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AF910F-27AB-BC5F-B26D-E68074E90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BA2A0-B0F4-4A57-B274-59F710DFCEF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194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1FB84-6DC1-73B5-A217-141374836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45BEB2-C234-109C-B766-3C49FD1BE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236B6B-739E-91CF-0BE8-62BF3399E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BB1C55-8197-8597-896E-5A3F9FB6B1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BA2A0-B0F4-4A57-B274-59F710DFCEF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49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CE12B-54B6-6A26-7A8B-284FF333D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2F0BA9-1940-EDE5-2E7B-E169D0047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5AF4BE-9F61-94BC-CDEE-3AAD55924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8CA2D0-58F4-F442-C913-0D8D7868E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BA2A0-B0F4-4A57-B274-59F710DFCEF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51976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60C7-C569-F058-C58C-AFB85A7B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2AF4137-3ADC-97B7-4C74-ECD44A1A0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C2212D-9F64-4EAE-3A5D-A19313DEE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42DCF-C9EC-BB52-8453-95F1909FE6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BA2A0-B0F4-4A57-B274-59F710DFCEF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222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20638-8095-3FF5-7300-0A9F6D36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8EC93F-FB47-798F-2A3F-1ACDCB48D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6D6EAE-62F7-9A4C-4984-0674F7E86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FA6CC2-2EC4-2CDE-685C-C5AF44DDD6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BA2A0-B0F4-4A57-B274-59F710DFCEF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342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915A7-A1CB-9DA9-1C83-029918FBD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C3D090-12FC-476B-B25C-029056635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CA7DAB-6698-9DF9-29D1-E87AD0999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F3F738-E9ED-D24C-E450-8F8E977B8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BBA2A0-B0F4-4A57-B274-59F710DFCEF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826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4C2E2-5FAA-5799-E1AC-1E78CB180E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B74350-ED36-D71E-93F7-6923703FB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8603CD-84C7-D1CD-EA36-FD9BC24F7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CF2282-E157-F0E2-957E-58EBCBFB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AA18BD-533A-7259-F480-1B8B3D029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299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009DD0-D346-59D7-2726-CFA3E174E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39246" cy="662782"/>
          </a:xfrm>
        </p:spPr>
        <p:txBody>
          <a:bodyPr>
            <a:normAutofit/>
          </a:bodyPr>
          <a:lstStyle>
            <a:lvl1pPr>
              <a:defRPr sz="28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7FDC3F-6033-9921-D0DB-9E3B38771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640"/>
            <a:ext cx="12192000" cy="52551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282688-175A-B966-6B0E-A22B5A352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84C5B-B8FA-C9F3-81FC-C0E155942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3AAC99-38CF-4354-4D7F-DDE42A1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129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74468-9D31-661F-336C-74C5EECD8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0F5590-BD8B-AEF8-5F27-7F7689E7B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9D9FD2-C7F4-03D1-60F7-1C97AB0DC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2A321-2CCD-BD9B-9568-528DBAFD5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72E8B-8BB1-6D5E-AD7E-56079486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35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8DBB8-869F-AAB3-BFEB-04107032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CD459D-A778-7D7B-2668-E0EADA0D5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A0496E-0FC1-4848-E040-8F716EF32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DF3904-A3D1-654B-411E-D61BD730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D1A92D-15C9-17BA-797E-ED7844827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55EA74-73AE-E5D8-711D-2153B64A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63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E79BC-AF6A-D77A-532B-940795522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4F2CD7-AC90-9868-9EC5-940327786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CA022F-1F77-EF54-E1A0-A80C0E890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BE06AE-7457-9C23-CA22-991E96BEA4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146427-F4A4-CFEF-5BAB-E9936DB299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6366FE-1F05-2B3F-8F8C-789BE30B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110129-D715-1C6B-4109-81D7FF82E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6449ED-B9D2-5AEB-B2B3-50F9F794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559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9EADD-0840-3A3B-7FC2-D2A5DA30C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E93849-1D8B-771D-8490-3B820710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F8CEC4-3D33-16CA-C5F1-60A4DCE9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B6F160-067B-E47B-4682-4DB9CE8F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648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BAAEA7-C86D-2208-7C77-EF1F4E0C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1A6F0D-FADA-74BA-0541-ECC808D9B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D3A887-8B16-5F6E-0427-CB30EAA8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60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340850-2C23-E166-5297-EE578FEB0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E42486-D4E8-B140-6198-61CD710ED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669ECF-603C-6337-100C-4492D1DCA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5391D8-EFC7-687E-0E07-0F7921916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9C60B1-6C71-1B86-A521-756D76301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99AB9E-A413-9A71-A2CE-70D4E4FAC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02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E2ED2-610F-4AD5-52EF-B898CE4F5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DE93D1-FB19-B8D0-91A3-9374B6D691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CF2E69-BBCA-FA9D-2751-390FB990B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0B539E-4EC9-0D7F-7302-0A0C37FCA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4340F0-1918-EBF5-9102-A762FA1A8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42F379-1871-0483-694C-EAEE6150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73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299D65-9276-3561-D900-5BAE4A21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B3C208-9CCF-EE05-BE3F-FD0B5B0EC1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4DB5C4-371C-75DA-BF20-EEFB1E36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0B1CE2-C6D0-F9D1-37B3-77FFD737C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F24241-DABD-65C5-F6F5-234DDF940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215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92C948-63F7-3347-2F6C-3370D939C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F0A7C9-A9FA-4E4D-A0AA-FC83CB58F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8C2F85-C29A-7AE7-DC63-3A803E7AE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6F48A-E10F-C6C4-25A8-CE813B2C6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07E1A6-F0D5-DA91-A728-D047D64EC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1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DF0AB1F-2B86-9E82-EF9A-A7BCB592D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749C18-BA1B-95D1-5041-C4E37C16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47226E-16A1-053F-8D12-0A6D06514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34BC8-AB30-4EFB-80E0-221D01A3C87D}" type="datetimeFigureOut">
              <a:rPr lang="zh-CN" altLang="en-US" smtClean="0"/>
              <a:t>2026/3/1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E59F96-55E4-5F29-F4FC-CC62CBE63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F6D379-CD4E-9151-E053-13FCA427F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078914-7C97-4C43-A581-28C2018835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65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509C6-9CA6-6467-5F0C-DC3FA6929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4" y="254660"/>
            <a:ext cx="10515600" cy="49404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B85</a:t>
            </a:r>
            <a:r>
              <a:rPr lang="zh-CN" altLang="en-US" sz="2800" b="1" dirty="0"/>
              <a:t>蓝牙振动开发板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7AAFB8-6FBB-83B9-B157-274F82010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一、外观检视：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b="1" dirty="0"/>
              <a:t>连接器：</a:t>
            </a:r>
            <a:endParaRPr lang="en-US" altLang="zh-CN" b="1" dirty="0"/>
          </a:p>
          <a:p>
            <a:r>
              <a:rPr lang="zh-CN" altLang="en-US" dirty="0"/>
              <a:t>① </a:t>
            </a:r>
            <a:r>
              <a:rPr lang="en-US" altLang="zh-CN" dirty="0"/>
              <a:t>Type-C</a:t>
            </a:r>
            <a:r>
              <a:rPr lang="zh-CN" altLang="en-US" dirty="0"/>
              <a:t>充电口：仅充电功能，无数据传输线；</a:t>
            </a:r>
            <a:endParaRPr lang="en-US" altLang="zh-CN" dirty="0"/>
          </a:p>
          <a:p>
            <a:r>
              <a:rPr lang="zh-CN" altLang="en-US" dirty="0"/>
              <a:t>② </a:t>
            </a:r>
            <a:r>
              <a:rPr lang="en-US" altLang="zh-CN" dirty="0"/>
              <a:t>4.2V</a:t>
            </a:r>
            <a:r>
              <a:rPr lang="zh-CN" altLang="en-US" dirty="0"/>
              <a:t>锂电池焊盘；</a:t>
            </a:r>
            <a:endParaRPr lang="en-US" altLang="zh-CN" dirty="0"/>
          </a:p>
          <a:p>
            <a:r>
              <a:rPr lang="zh-CN" altLang="en-US" dirty="0"/>
              <a:t>③ 线性电机焊盘；</a:t>
            </a:r>
            <a:endParaRPr lang="en-US" altLang="zh-CN" dirty="0"/>
          </a:p>
          <a:p>
            <a:r>
              <a:rPr lang="zh-CN" altLang="en-US" dirty="0"/>
              <a:t>④ </a:t>
            </a:r>
            <a:r>
              <a:rPr lang="en-US" altLang="zh-CN" dirty="0" err="1"/>
              <a:t>Telink</a:t>
            </a:r>
            <a:r>
              <a:rPr lang="en-US" altLang="zh-CN" dirty="0"/>
              <a:t> </a:t>
            </a:r>
            <a:r>
              <a:rPr lang="zh-CN" altLang="en-US" dirty="0"/>
              <a:t>单线调试接口；</a:t>
            </a:r>
            <a:endParaRPr lang="en-US" altLang="zh-CN" dirty="0"/>
          </a:p>
          <a:p>
            <a:r>
              <a:rPr lang="zh-CN" altLang="en-US" dirty="0"/>
              <a:t>⑤ </a:t>
            </a:r>
            <a:r>
              <a:rPr lang="en-US" altLang="zh-CN" dirty="0"/>
              <a:t>IPEX1</a:t>
            </a:r>
            <a:r>
              <a:rPr lang="zh-CN" altLang="en-US" dirty="0"/>
              <a:t>代连接器（天线）；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主要芯片：</a:t>
            </a:r>
            <a:endParaRPr lang="en-US" altLang="zh-CN" b="1" dirty="0"/>
          </a:p>
          <a:p>
            <a:r>
              <a:rPr lang="zh-CN" altLang="en-US" dirty="0"/>
              <a:t>⑥ 单节锂电池充电芯片 </a:t>
            </a:r>
            <a:r>
              <a:rPr lang="en-US" altLang="zh-CN" dirty="0"/>
              <a:t>TP4057 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⑦ </a:t>
            </a:r>
            <a:r>
              <a:rPr lang="en-US" altLang="zh-CN" dirty="0"/>
              <a:t>LDO</a:t>
            </a:r>
            <a:r>
              <a:rPr lang="zh-CN" altLang="en-US" dirty="0"/>
              <a:t>线性稳压器 </a:t>
            </a:r>
            <a:r>
              <a:rPr lang="en-US" altLang="zh-CN" dirty="0"/>
              <a:t>LP5907SNX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⑧ </a:t>
            </a:r>
            <a:r>
              <a:rPr lang="en-US" altLang="zh-CN" dirty="0"/>
              <a:t>MCU TLSR8258ET32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⑨ 线性马达驱动 </a:t>
            </a:r>
            <a:r>
              <a:rPr lang="en-US" altLang="zh-CN" dirty="0"/>
              <a:t>DRV2625YFFR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其它：</a:t>
            </a:r>
            <a:endParaRPr lang="en-US" altLang="zh-CN" b="1" dirty="0"/>
          </a:p>
          <a:p>
            <a:r>
              <a:rPr lang="zh-CN" altLang="en-US" dirty="0"/>
              <a:t>⑩ 振动开关；</a:t>
            </a:r>
            <a:endParaRPr lang="en-US" altLang="zh-CN" dirty="0"/>
          </a:p>
          <a:p>
            <a:r>
              <a:rPr lang="en-US" altLang="zh-CN" dirty="0"/>
              <a:t>⑪</a:t>
            </a:r>
            <a:r>
              <a:rPr lang="zh-CN" altLang="en-US" dirty="0"/>
              <a:t>外置</a:t>
            </a:r>
            <a:r>
              <a:rPr lang="en-US" altLang="zh-CN" dirty="0"/>
              <a:t>24M</a:t>
            </a:r>
            <a:r>
              <a:rPr lang="zh-CN" altLang="en-US" dirty="0"/>
              <a:t>晶振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7BA8FE-CAA4-72EA-EFC5-46FE73579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421" y="1018117"/>
            <a:ext cx="2658718" cy="2658718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C18BF747-3493-CE59-47BD-198F83EC2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8883" y="1018117"/>
            <a:ext cx="1289513" cy="1278856"/>
          </a:xfrm>
          <a:prstGeom prst="rect">
            <a:avLst/>
          </a:prstGeom>
        </p:spPr>
      </p:pic>
      <p:pic>
        <p:nvPicPr>
          <p:cNvPr id="9" name="图片 8" descr="电脑萤幕画面&#10;&#10;AI 生成的内容可能不正确。">
            <a:extLst>
              <a:ext uri="{FF2B5EF4-FFF2-40B4-BE49-F238E27FC236}">
                <a16:creationId xmlns:a16="http://schemas.microsoft.com/office/drawing/2014/main" id="{C8A215C1-3507-C969-E6E5-AF414594C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8883" y="2376665"/>
            <a:ext cx="1289513" cy="1289513"/>
          </a:xfrm>
          <a:prstGeom prst="rect">
            <a:avLst/>
          </a:prstGeom>
        </p:spPr>
      </p:pic>
      <p:pic>
        <p:nvPicPr>
          <p:cNvPr id="11" name="图片 10" descr="电子设备的屏幕&#10;&#10;AI 生成的内容可能不正确。">
            <a:extLst>
              <a:ext uri="{FF2B5EF4-FFF2-40B4-BE49-F238E27FC236}">
                <a16:creationId xmlns:a16="http://schemas.microsoft.com/office/drawing/2014/main" id="{ABE40302-469E-4259-A104-32CE0D0FE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8883" y="3745870"/>
            <a:ext cx="1289513" cy="1289513"/>
          </a:xfrm>
          <a:prstGeom prst="rect">
            <a:avLst/>
          </a:prstGeom>
        </p:spPr>
      </p:pic>
      <p:pic>
        <p:nvPicPr>
          <p:cNvPr id="13" name="图片 12" descr="电脑的屏幕&#10;&#10;AI 生成的内容可能不正确。">
            <a:extLst>
              <a:ext uri="{FF2B5EF4-FFF2-40B4-BE49-F238E27FC236}">
                <a16:creationId xmlns:a16="http://schemas.microsoft.com/office/drawing/2014/main" id="{773D1477-6CC2-9755-51F0-B1EAD5A5FA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8883" y="5115075"/>
            <a:ext cx="1289513" cy="1289513"/>
          </a:xfrm>
          <a:prstGeom prst="rect">
            <a:avLst/>
          </a:prstGeom>
        </p:spPr>
      </p:pic>
      <p:pic>
        <p:nvPicPr>
          <p:cNvPr id="19" name="图片 18" descr="电子设备的屏幕&#10;&#10;AI 生成的内容可能不正确。">
            <a:extLst>
              <a:ext uri="{FF2B5EF4-FFF2-40B4-BE49-F238E27FC236}">
                <a16:creationId xmlns:a16="http://schemas.microsoft.com/office/drawing/2014/main" id="{584234EB-0D5A-AEA7-4F5B-7FDBC68EB5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4421" y="3745870"/>
            <a:ext cx="2658718" cy="2658718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36DD47FD-ABD8-D752-6583-D7C0DC299E4A}"/>
              </a:ext>
            </a:extLst>
          </p:cNvPr>
          <p:cNvSpPr/>
          <p:nvPr/>
        </p:nvSpPr>
        <p:spPr>
          <a:xfrm>
            <a:off x="7994041" y="2201172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951342A4-C99D-99B0-4CF8-9874017BE52E}"/>
              </a:ext>
            </a:extLst>
          </p:cNvPr>
          <p:cNvSpPr/>
          <p:nvPr/>
        </p:nvSpPr>
        <p:spPr>
          <a:xfrm>
            <a:off x="7738117" y="1170733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4DE26A2-873E-3A11-AD37-FAB8E9B10DDF}"/>
              </a:ext>
            </a:extLst>
          </p:cNvPr>
          <p:cNvSpPr/>
          <p:nvPr/>
        </p:nvSpPr>
        <p:spPr>
          <a:xfrm>
            <a:off x="7738117" y="3228589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2F35960C-A6FA-A470-C69F-4CEEA5EC56B9}"/>
              </a:ext>
            </a:extLst>
          </p:cNvPr>
          <p:cNvSpPr/>
          <p:nvPr/>
        </p:nvSpPr>
        <p:spPr>
          <a:xfrm>
            <a:off x="7754034" y="5925181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704D25F-AE67-CF8B-65AA-781099FD36E5}"/>
              </a:ext>
            </a:extLst>
          </p:cNvPr>
          <p:cNvSpPr/>
          <p:nvPr/>
        </p:nvSpPr>
        <p:spPr>
          <a:xfrm>
            <a:off x="9332345" y="949082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96B11D3-5510-D82E-50D6-4F17DBF99F45}"/>
              </a:ext>
            </a:extLst>
          </p:cNvPr>
          <p:cNvSpPr/>
          <p:nvPr/>
        </p:nvSpPr>
        <p:spPr>
          <a:xfrm>
            <a:off x="8766727" y="2201172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368E2FC0-44E7-29D1-DF36-2AD46DA54C48}"/>
              </a:ext>
            </a:extLst>
          </p:cNvPr>
          <p:cNvSpPr/>
          <p:nvPr/>
        </p:nvSpPr>
        <p:spPr>
          <a:xfrm>
            <a:off x="8710472" y="1511241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32BA31AD-2477-0438-2602-2977A255A467}"/>
              </a:ext>
            </a:extLst>
          </p:cNvPr>
          <p:cNvSpPr/>
          <p:nvPr/>
        </p:nvSpPr>
        <p:spPr>
          <a:xfrm>
            <a:off x="9601657" y="2493780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DE9396E-C88B-AABA-97D1-7D8C4DB330CF}"/>
              </a:ext>
            </a:extLst>
          </p:cNvPr>
          <p:cNvSpPr/>
          <p:nvPr/>
        </p:nvSpPr>
        <p:spPr>
          <a:xfrm>
            <a:off x="8474119" y="3480079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A773897-730D-1166-83F1-DD00219AF1AC}"/>
              </a:ext>
            </a:extLst>
          </p:cNvPr>
          <p:cNvSpPr/>
          <p:nvPr/>
        </p:nvSpPr>
        <p:spPr>
          <a:xfrm>
            <a:off x="8856776" y="2875117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⑩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2A6674D-F467-8A01-85E8-5452353F24EA}"/>
              </a:ext>
            </a:extLst>
          </p:cNvPr>
          <p:cNvSpPr/>
          <p:nvPr/>
        </p:nvSpPr>
        <p:spPr>
          <a:xfrm>
            <a:off x="9246805" y="1908564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⑪</a:t>
            </a:r>
          </a:p>
        </p:txBody>
      </p:sp>
    </p:spTree>
    <p:extLst>
      <p:ext uri="{BB962C8B-B14F-4D97-AF65-F5344CB8AC3E}">
        <p14:creationId xmlns:p14="http://schemas.microsoft.com/office/powerpoint/2010/main" val="251421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5E2A9F-EC20-AA8D-B615-1D4242618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773355-FF5C-C351-BB58-10282B087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4" y="254660"/>
            <a:ext cx="10515600" cy="49404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B85</a:t>
            </a:r>
            <a:r>
              <a:rPr lang="zh-CN" altLang="en-US" sz="2800" b="1" dirty="0"/>
              <a:t>蓝牙振动开发板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A265C3-7FF1-27C2-8686-EC437896D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640"/>
            <a:ext cx="12192000" cy="596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二、硬件外设：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、电池电压检测电路：</a:t>
            </a:r>
            <a:endParaRPr lang="en-US" altLang="zh-CN" b="1" dirty="0"/>
          </a:p>
          <a:p>
            <a:pPr marL="0" indent="457200">
              <a:buNone/>
            </a:pPr>
            <a:r>
              <a:rPr lang="zh-CN" altLang="en-US" dirty="0"/>
              <a:t>电压检测电路为电阻分压网络，使用分压电路原</a:t>
            </a:r>
            <a:br>
              <a:rPr lang="en-US" altLang="zh-CN" dirty="0"/>
            </a:br>
            <a:r>
              <a:rPr lang="zh-CN" altLang="en-US" dirty="0"/>
              <a:t>因为电池电压超过了</a:t>
            </a:r>
            <a:r>
              <a:rPr lang="en-US" altLang="zh-CN" dirty="0"/>
              <a:t>MCU</a:t>
            </a:r>
            <a:r>
              <a:rPr lang="zh-CN" altLang="en-US" dirty="0"/>
              <a:t>最大承受电压；分压比例为</a:t>
            </a:r>
            <a:br>
              <a:rPr lang="en-US" altLang="zh-CN" dirty="0"/>
            </a:br>
            <a:r>
              <a:rPr lang="en-US" altLang="zh-CN" dirty="0"/>
              <a:t>ADC</a:t>
            </a:r>
            <a:r>
              <a:rPr lang="zh-CN" altLang="en-US" dirty="0"/>
              <a:t>电压</a:t>
            </a:r>
            <a:r>
              <a:rPr lang="en-US" altLang="zh-CN" dirty="0"/>
              <a:t>=78.4%</a:t>
            </a:r>
            <a:r>
              <a:rPr lang="zh-CN" altLang="en-US" dirty="0"/>
              <a:t>电池电压，以电池电压</a:t>
            </a:r>
            <a:r>
              <a:rPr lang="en-US" altLang="zh-CN" dirty="0"/>
              <a:t>2.7~4.2V</a:t>
            </a:r>
            <a:r>
              <a:rPr lang="zh-CN" altLang="en-US" dirty="0"/>
              <a:t>计，</a:t>
            </a:r>
            <a:br>
              <a:rPr lang="en-US" altLang="zh-CN" dirty="0"/>
            </a:br>
            <a:r>
              <a:rPr lang="zh-CN" altLang="en-US" dirty="0"/>
              <a:t>输入到</a:t>
            </a:r>
            <a:r>
              <a:rPr lang="en-US" altLang="zh-CN" dirty="0"/>
              <a:t>MCU ADC</a:t>
            </a:r>
            <a:r>
              <a:rPr lang="zh-CN" altLang="en-US" dirty="0"/>
              <a:t>引脚的电压为</a:t>
            </a:r>
            <a:r>
              <a:rPr lang="en-US" altLang="zh-CN" dirty="0"/>
              <a:t>2.12V~3.29V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※</a:t>
            </a:r>
            <a:r>
              <a:rPr lang="en-US" altLang="zh-CN" i="1" dirty="0"/>
              <a:t>MCU</a:t>
            </a:r>
            <a:r>
              <a:rPr lang="zh-CN" altLang="en-US" i="1" dirty="0"/>
              <a:t>检测引脚为</a:t>
            </a:r>
            <a:r>
              <a:rPr lang="en-US" altLang="zh-CN" i="1" dirty="0"/>
              <a:t>PB1</a:t>
            </a:r>
            <a:r>
              <a:rPr lang="zh-CN" altLang="en-US" i="1" dirty="0"/>
              <a:t>；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、振动检测电路：</a:t>
            </a:r>
            <a:endParaRPr lang="en-US" altLang="zh-CN" b="1" dirty="0"/>
          </a:p>
          <a:p>
            <a:pPr marL="0" indent="457200">
              <a:buNone/>
            </a:pPr>
            <a:r>
              <a:rPr lang="zh-CN" altLang="en-US" dirty="0"/>
              <a:t>振动传感器等效为开关，通过</a:t>
            </a:r>
            <a:r>
              <a:rPr lang="en-US" altLang="zh-CN" dirty="0"/>
              <a:t>330k</a:t>
            </a:r>
            <a:r>
              <a:rPr lang="zh-CN" altLang="en-US" dirty="0"/>
              <a:t>电阻上拉电平；</a:t>
            </a:r>
            <a:br>
              <a:rPr lang="en-US" altLang="zh-CN" dirty="0"/>
            </a:br>
            <a:r>
              <a:rPr lang="zh-CN" altLang="en-US" dirty="0"/>
              <a:t>该传感器初始状态随机，有闭合</a:t>
            </a:r>
            <a:r>
              <a:rPr lang="en-US" altLang="zh-CN" dirty="0"/>
              <a:t>/</a:t>
            </a:r>
            <a:r>
              <a:rPr lang="zh-CN" altLang="en-US" dirty="0"/>
              <a:t>断开两种状态，通过</a:t>
            </a:r>
            <a:br>
              <a:rPr lang="en-US" altLang="zh-CN" dirty="0"/>
            </a:br>
            <a:r>
              <a:rPr lang="zh-CN" altLang="en-US" dirty="0"/>
              <a:t>检测电平变化</a:t>
            </a:r>
            <a:r>
              <a:rPr lang="en-US" altLang="zh-CN" dirty="0"/>
              <a:t>/</a:t>
            </a:r>
            <a:r>
              <a:rPr lang="zh-CN" altLang="en-US" dirty="0"/>
              <a:t>上升下降沿，确认是否有移动事件发生；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※ </a:t>
            </a:r>
            <a:r>
              <a:rPr lang="en-US" altLang="zh-CN" i="1" dirty="0"/>
              <a:t>MCU</a:t>
            </a:r>
            <a:r>
              <a:rPr lang="zh-CN" altLang="en-US" i="1" dirty="0"/>
              <a:t>检测引脚为</a:t>
            </a:r>
            <a:r>
              <a:rPr lang="en-US" altLang="zh-CN" i="1" dirty="0"/>
              <a:t>PA0</a:t>
            </a:r>
            <a:r>
              <a:rPr lang="zh-CN" altLang="en-US" i="1" dirty="0"/>
              <a:t>；</a:t>
            </a:r>
            <a:endParaRPr lang="en-US" altLang="zh-CN" i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RST</a:t>
            </a:r>
            <a:r>
              <a:rPr lang="zh-CN" altLang="en-US" b="1" dirty="0"/>
              <a:t>触点：</a:t>
            </a:r>
            <a:endParaRPr lang="en-US" altLang="zh-CN" b="1" dirty="0"/>
          </a:p>
          <a:p>
            <a:pPr marL="0" indent="457200">
              <a:buNone/>
            </a:pPr>
            <a:r>
              <a:rPr lang="zh-CN" altLang="en-US" dirty="0"/>
              <a:t>两焊盘短接硬重置</a:t>
            </a:r>
            <a:r>
              <a:rPr lang="en-US" altLang="zh-CN" dirty="0"/>
              <a:t>MCU</a:t>
            </a:r>
            <a:r>
              <a:rPr lang="zh-CN" altLang="en-US" dirty="0"/>
              <a:t>；用于调试接口失灵时的</a:t>
            </a:r>
            <a:br>
              <a:rPr lang="en-US" altLang="zh-CN" dirty="0"/>
            </a:br>
            <a:r>
              <a:rPr lang="zh-CN" altLang="en-US" dirty="0"/>
              <a:t>应急操作；</a:t>
            </a:r>
            <a:endParaRPr lang="en-US" altLang="zh-CN" b="1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77F4F5-1BF4-FBE4-E3E9-0ECA555DC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678" y="254660"/>
            <a:ext cx="2658718" cy="2658718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3D7CAC0C-A086-ACE6-9438-41D5FAEAE15C}"/>
              </a:ext>
            </a:extLst>
          </p:cNvPr>
          <p:cNvSpPr/>
          <p:nvPr/>
        </p:nvSpPr>
        <p:spPr>
          <a:xfrm>
            <a:off x="9837336" y="407276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33B038A-C740-03FA-2E6F-9DCB7003F8B5}"/>
              </a:ext>
            </a:extLst>
          </p:cNvPr>
          <p:cNvSpPr/>
          <p:nvPr/>
        </p:nvSpPr>
        <p:spPr>
          <a:xfrm>
            <a:off x="10129944" y="2111660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74364B7B-31DF-3347-C65F-C01C5FE46405}"/>
              </a:ext>
            </a:extLst>
          </p:cNvPr>
          <p:cNvSpPr/>
          <p:nvPr/>
        </p:nvSpPr>
        <p:spPr>
          <a:xfrm>
            <a:off x="11584232" y="1613208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pic>
        <p:nvPicPr>
          <p:cNvPr id="8" name="图片 7" descr="图片包含 日历&#10;&#10;AI 生成的内容可能不正确。">
            <a:extLst>
              <a:ext uri="{FF2B5EF4-FFF2-40B4-BE49-F238E27FC236}">
                <a16:creationId xmlns:a16="http://schemas.microsoft.com/office/drawing/2014/main" id="{76EB90E5-7D6F-ECEB-33F0-4FF35B53D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453" y="3465515"/>
            <a:ext cx="2160000" cy="10837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07E171E-73DD-B359-6BCD-F4DB6459E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9847" y="5418587"/>
            <a:ext cx="2160000" cy="86550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8B86343-168F-3A6E-944F-71A4FA7B9C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9847" y="1043392"/>
            <a:ext cx="2160000" cy="108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2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0A85F5-6F48-052B-26BA-D5C87DA3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E60EF3-26CE-A145-85FF-5C6327F3F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4" y="254660"/>
            <a:ext cx="10515600" cy="49404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B85</a:t>
            </a:r>
            <a:r>
              <a:rPr lang="zh-CN" altLang="en-US" sz="2800" b="1" dirty="0"/>
              <a:t>蓝牙振动开发板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37C2F6-A649-5B0E-4667-8215317F6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640"/>
            <a:ext cx="12192000" cy="596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二、硬件外设：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b="1" dirty="0"/>
              <a:t>4</a:t>
            </a:r>
            <a:r>
              <a:rPr lang="zh-CN" altLang="en-US" b="1" dirty="0"/>
              <a:t>、线性马达驱动电路：</a:t>
            </a:r>
            <a:endParaRPr lang="en-US" altLang="zh-CN" b="1" dirty="0"/>
          </a:p>
          <a:p>
            <a:pPr marL="0" indent="457200">
              <a:buNone/>
            </a:pPr>
            <a:r>
              <a:rPr lang="zh-CN" altLang="en-US" dirty="0"/>
              <a:t>通过</a:t>
            </a:r>
            <a:r>
              <a:rPr lang="en-US" altLang="zh-CN" dirty="0"/>
              <a:t>I</a:t>
            </a:r>
            <a:r>
              <a:rPr lang="en-US" altLang="zh-CN" baseline="30000" dirty="0"/>
              <a:t>2</a:t>
            </a:r>
            <a:r>
              <a:rPr lang="en-US" altLang="zh-CN" dirty="0"/>
              <a:t>C+</a:t>
            </a:r>
            <a:r>
              <a:rPr lang="zh-CN" altLang="en-US" dirty="0"/>
              <a:t>触发引脚控制线性马达振动；受限工艺问题，深度关断引脚未引出；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※</a:t>
            </a:r>
            <a:r>
              <a:rPr lang="zh-CN" altLang="en-US" i="1" dirty="0"/>
              <a:t>控制引脚为</a:t>
            </a:r>
            <a:endParaRPr lang="en-US" altLang="zh-CN" i="1" dirty="0"/>
          </a:p>
          <a:p>
            <a:pPr marL="0" indent="0">
              <a:buNone/>
            </a:pPr>
            <a:r>
              <a:rPr lang="en-US" altLang="zh-CN" i="1" dirty="0"/>
              <a:t>	</a:t>
            </a:r>
            <a:r>
              <a:rPr lang="en-US" altLang="zh-CN" i="1" dirty="0" err="1"/>
              <a:t>i</a:t>
            </a:r>
            <a:r>
              <a:rPr lang="en-US" altLang="zh-CN" i="1" dirty="0"/>
              <a:t>. SDA==PB6</a:t>
            </a:r>
            <a:r>
              <a:rPr lang="zh-CN" altLang="en-US" i="1" dirty="0"/>
              <a:t>；</a:t>
            </a:r>
            <a:endParaRPr lang="en-US" altLang="zh-CN" i="1" dirty="0"/>
          </a:p>
          <a:p>
            <a:pPr marL="0" indent="0">
              <a:buNone/>
            </a:pPr>
            <a:r>
              <a:rPr lang="en-US" altLang="zh-CN" b="1" i="1" dirty="0"/>
              <a:t>	</a:t>
            </a:r>
            <a:r>
              <a:rPr lang="en-US" altLang="zh-CN" i="1" dirty="0"/>
              <a:t>ii. SCL==PD7</a:t>
            </a:r>
            <a:r>
              <a:rPr lang="zh-CN" altLang="en-US" i="1" dirty="0"/>
              <a:t>；</a:t>
            </a:r>
            <a:endParaRPr lang="en-US" altLang="zh-CN" i="1" dirty="0"/>
          </a:p>
          <a:p>
            <a:pPr marL="0" indent="0">
              <a:buNone/>
            </a:pPr>
            <a:r>
              <a:rPr lang="en-US" altLang="zh-CN" i="1" dirty="0"/>
              <a:t>	iii. TRIG==PB5</a:t>
            </a:r>
            <a:r>
              <a:rPr lang="zh-CN" altLang="en-US" i="1" dirty="0"/>
              <a:t>；</a:t>
            </a:r>
            <a:endParaRPr lang="en-US" altLang="zh-CN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5</a:t>
            </a:r>
            <a:r>
              <a:rPr lang="zh-CN" altLang="en-US" b="1" dirty="0"/>
              <a:t>、天线射频电路：</a:t>
            </a:r>
            <a:r>
              <a:rPr lang="en-US" altLang="zh-CN" dirty="0"/>
              <a:t>2.4G</a:t>
            </a:r>
            <a:r>
              <a:rPr lang="zh-CN" altLang="en-US" dirty="0"/>
              <a:t>低功耗蓝牙；</a:t>
            </a:r>
            <a:endParaRPr lang="en-US" altLang="zh-CN" dirty="0"/>
          </a:p>
          <a:p>
            <a:pPr marL="0" indent="45720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5FCF8A-D11A-2A7B-D482-87A63C291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678" y="254660"/>
            <a:ext cx="2658718" cy="2658718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16A78A1B-8E5D-AE01-363D-6F204CCAA081}"/>
              </a:ext>
            </a:extLst>
          </p:cNvPr>
          <p:cNvSpPr/>
          <p:nvPr/>
        </p:nvSpPr>
        <p:spPr>
          <a:xfrm>
            <a:off x="9610270" y="2475415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D7565F8-2D3F-C1A2-EAC4-02691E44F16F}"/>
              </a:ext>
            </a:extLst>
          </p:cNvPr>
          <p:cNvSpPr/>
          <p:nvPr/>
        </p:nvSpPr>
        <p:spPr>
          <a:xfrm>
            <a:off x="11061192" y="674868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5247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703CE96-EAAA-5AB4-02A7-D013EACB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8C14FD-2F3C-A8A3-8A55-F2B0B781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4" y="254660"/>
            <a:ext cx="10515600" cy="49404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B85</a:t>
            </a:r>
            <a:r>
              <a:rPr lang="zh-CN" altLang="en-US" sz="2800" b="1" dirty="0"/>
              <a:t>蓝牙振动开发板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EB153-D5E8-868F-16D0-E8E4B831C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640"/>
            <a:ext cx="12192000" cy="596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三、烧录方式：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dirty="0"/>
              <a:t>开发板使用</a:t>
            </a:r>
            <a:r>
              <a:rPr lang="en-US" altLang="zh-CN" dirty="0"/>
              <a:t>1.27mm</a:t>
            </a:r>
            <a:r>
              <a:rPr lang="zh-CN" altLang="en-US" dirty="0"/>
              <a:t>间距</a:t>
            </a:r>
            <a:r>
              <a:rPr lang="en-US" altLang="zh-CN" dirty="0"/>
              <a:t>3P</a:t>
            </a:r>
            <a:r>
              <a:rPr lang="zh-CN" altLang="en-US" dirty="0"/>
              <a:t>调试焊盘，通过</a:t>
            </a:r>
            <a:r>
              <a:rPr lang="en-US" altLang="zh-CN" dirty="0"/>
              <a:t>1.27mm</a:t>
            </a:r>
            <a:r>
              <a:rPr lang="zh-CN" altLang="en-US" dirty="0"/>
              <a:t>连接器接入</a:t>
            </a:r>
            <a:r>
              <a:rPr lang="en-US" altLang="zh-CN" dirty="0" err="1"/>
              <a:t>Telink</a:t>
            </a:r>
            <a:r>
              <a:rPr lang="zh-CN" altLang="en-US" dirty="0"/>
              <a:t>调试板；</a:t>
            </a:r>
            <a:br>
              <a:rPr lang="en-US" altLang="zh-CN" dirty="0"/>
            </a:br>
            <a:r>
              <a:rPr lang="en-US" altLang="zh-CN" dirty="0"/>
              <a:t>PCB</a:t>
            </a:r>
            <a:r>
              <a:rPr lang="zh-CN" altLang="en-US" dirty="0"/>
              <a:t>背面提供丝印标识；该型</a:t>
            </a:r>
            <a:r>
              <a:rPr lang="en-US" altLang="zh-CN" dirty="0"/>
              <a:t>MCU</a:t>
            </a:r>
            <a:r>
              <a:rPr lang="zh-CN" altLang="en-US" dirty="0"/>
              <a:t>可在上电状态下通过单线调试直接进入烧</a:t>
            </a:r>
            <a:br>
              <a:rPr lang="en-US" altLang="zh-CN" dirty="0"/>
            </a:br>
            <a:r>
              <a:rPr lang="zh-CN" altLang="en-US" dirty="0"/>
              <a:t>录模式，无需提供额外的断电时序；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77DD2D-DF4F-8273-6402-9B8462941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678" y="254660"/>
            <a:ext cx="2658718" cy="2658718"/>
          </a:xfrm>
          <a:prstGeom prst="rect">
            <a:avLst/>
          </a:prstGeom>
        </p:spPr>
      </p:pic>
      <p:pic>
        <p:nvPicPr>
          <p:cNvPr id="6" name="图片 5" descr="电子设备的屏幕&#10;&#10;AI 生成的内容可能不正确。">
            <a:extLst>
              <a:ext uri="{FF2B5EF4-FFF2-40B4-BE49-F238E27FC236}">
                <a16:creationId xmlns:a16="http://schemas.microsoft.com/office/drawing/2014/main" id="{3E6E0FAC-381D-6D6B-4066-8AF67F567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678" y="2986795"/>
            <a:ext cx="2658718" cy="2658718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E3A5500B-7841-2C03-499A-2B48EBDCA95F}"/>
              </a:ext>
            </a:extLst>
          </p:cNvPr>
          <p:cNvSpPr/>
          <p:nvPr/>
        </p:nvSpPr>
        <p:spPr>
          <a:xfrm>
            <a:off x="9058083" y="4854298"/>
            <a:ext cx="1227383" cy="9082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34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08655-A973-A4A1-2C8C-1FEB25C70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FE942-B836-3DBA-35FF-9D91CF3B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4" y="254660"/>
            <a:ext cx="10515600" cy="49404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B85</a:t>
            </a:r>
            <a:r>
              <a:rPr lang="zh-CN" altLang="en-US" sz="2800" b="1" dirty="0"/>
              <a:t>蓝牙振动开发板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7CB730-570E-F406-2BC6-9106371BD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640"/>
            <a:ext cx="12192000" cy="596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一、更新内容：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增加串口调试引脚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匹配电路使用</a:t>
            </a:r>
            <a:r>
              <a:rPr lang="en-US" altLang="zh-CN" dirty="0"/>
              <a:t>SWH-2WAY</a:t>
            </a:r>
            <a:r>
              <a:rPr lang="zh-CN" altLang="en-US" dirty="0"/>
              <a:t>同轴连接器调谐</a:t>
            </a:r>
            <a:r>
              <a:rPr lang="en-US" altLang="zh-CN" dirty="0"/>
              <a:t>, </a:t>
            </a:r>
            <a:r>
              <a:rPr lang="zh-CN" altLang="en-US" dirty="0"/>
              <a:t>调整了匹配器件排布</a:t>
            </a:r>
            <a:r>
              <a:rPr lang="en-US" altLang="zh-CN" dirty="0"/>
              <a:t>; </a:t>
            </a:r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修改</a:t>
            </a:r>
            <a:r>
              <a:rPr lang="en-US" altLang="zh-CN" dirty="0"/>
              <a:t>PCB</a:t>
            </a:r>
            <a:r>
              <a:rPr lang="zh-CN" altLang="en-US" dirty="0"/>
              <a:t>外型</a:t>
            </a:r>
            <a:r>
              <a:rPr lang="en-US" altLang="zh-CN" dirty="0"/>
              <a:t>; </a:t>
            </a:r>
          </a:p>
          <a:p>
            <a:pPr marL="0" indent="0">
              <a:buNone/>
            </a:pPr>
            <a:r>
              <a:rPr lang="en-US" altLang="zh-CN" dirty="0"/>
              <a:t>4. Type-C</a:t>
            </a:r>
            <a:r>
              <a:rPr lang="zh-CN" altLang="en-US" dirty="0"/>
              <a:t>连接器外置</a:t>
            </a:r>
            <a:r>
              <a:rPr lang="en-US" altLang="zh-CN" dirty="0"/>
              <a:t>; </a:t>
            </a:r>
          </a:p>
          <a:p>
            <a:pPr marL="0" indent="0">
              <a:buNone/>
            </a:pPr>
            <a:r>
              <a:rPr lang="en-US" altLang="zh-CN" dirty="0"/>
              <a:t>5. </a:t>
            </a:r>
            <a:r>
              <a:rPr lang="zh-CN" altLang="en-US" dirty="0"/>
              <a:t>取消电池焊盘，改</a:t>
            </a:r>
            <a:r>
              <a:rPr lang="en-US" altLang="zh-CN" dirty="0"/>
              <a:t>MX1.25</a:t>
            </a:r>
            <a:r>
              <a:rPr lang="zh-CN" altLang="en-US" dirty="0"/>
              <a:t>连接器</a:t>
            </a:r>
            <a:r>
              <a:rPr lang="en-US" altLang="zh-CN" dirty="0"/>
              <a:t>; </a:t>
            </a:r>
          </a:p>
          <a:p>
            <a:pPr marL="0" indent="0">
              <a:buNone/>
            </a:pPr>
            <a:r>
              <a:rPr lang="en-US" altLang="zh-CN" dirty="0"/>
              <a:t>6. </a:t>
            </a:r>
            <a:r>
              <a:rPr lang="zh-CN" altLang="en-US" dirty="0"/>
              <a:t>增加充电探测引脚</a:t>
            </a:r>
            <a:r>
              <a:rPr lang="en-US" altLang="zh-CN" dirty="0"/>
              <a:t>;</a:t>
            </a:r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CDD5617A-04DD-1109-6626-1E4425E68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832" y="2247138"/>
            <a:ext cx="4930685" cy="435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005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08403-B27F-0978-65E4-FD976951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D2973117-A688-6001-3565-3FD34877D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157" y="3276102"/>
            <a:ext cx="2995866" cy="35102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3C00074-5FD9-2BDA-2017-40B6EB51F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157" y="167917"/>
            <a:ext cx="2995866" cy="339115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4F85B45-1656-A324-24A2-510E931D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4" y="254660"/>
            <a:ext cx="10515600" cy="49404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B85</a:t>
            </a:r>
            <a:r>
              <a:rPr lang="zh-CN" altLang="en-US" sz="2800" b="1" dirty="0"/>
              <a:t>蓝牙振动开发板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B01941-62FC-06C1-7941-2E5110C22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一、外观检视：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b="1" dirty="0"/>
              <a:t>连接器：</a:t>
            </a:r>
            <a:endParaRPr lang="en-US" altLang="zh-CN" b="1" dirty="0"/>
          </a:p>
          <a:p>
            <a:r>
              <a:rPr lang="zh-CN" altLang="en-US" dirty="0"/>
              <a:t>① </a:t>
            </a:r>
            <a:r>
              <a:rPr lang="en-US" altLang="zh-CN" dirty="0"/>
              <a:t>Type-C</a:t>
            </a:r>
            <a:r>
              <a:rPr lang="zh-CN" altLang="en-US" dirty="0"/>
              <a:t>焊盘：仅充电功能，无数据传输功能；采用引线式连接</a:t>
            </a:r>
            <a:endParaRPr lang="en-US" altLang="zh-CN" dirty="0"/>
          </a:p>
          <a:p>
            <a:r>
              <a:rPr lang="zh-CN" altLang="en-US" dirty="0"/>
              <a:t>② </a:t>
            </a:r>
            <a:r>
              <a:rPr lang="en-US" altLang="zh-CN" dirty="0"/>
              <a:t>4.2V</a:t>
            </a:r>
            <a:r>
              <a:rPr lang="zh-CN" altLang="en-US" dirty="0"/>
              <a:t>锂电池连接器（</a:t>
            </a:r>
            <a:r>
              <a:rPr lang="en-US" altLang="zh-CN" dirty="0"/>
              <a:t>MX1.25</a:t>
            </a:r>
            <a:r>
              <a:rPr lang="zh-CN" altLang="en-US" dirty="0"/>
              <a:t>超薄）；</a:t>
            </a:r>
            <a:endParaRPr lang="en-US" altLang="zh-CN" dirty="0"/>
          </a:p>
          <a:p>
            <a:r>
              <a:rPr lang="zh-CN" altLang="en-US" dirty="0"/>
              <a:t>③ 线性电机焊盘</a:t>
            </a:r>
            <a:r>
              <a:rPr lang="zh-CN" altLang="en-US"/>
              <a:t>（</a:t>
            </a:r>
            <a:r>
              <a:rPr lang="en-US" altLang="zh-CN"/>
              <a:t>LBM0525A3733F</a:t>
            </a:r>
            <a:r>
              <a:rPr lang="zh-CN" altLang="en-US"/>
              <a:t>）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④ </a:t>
            </a:r>
            <a:r>
              <a:rPr lang="en-US" altLang="zh-CN" dirty="0" err="1"/>
              <a:t>Telink</a:t>
            </a:r>
            <a:r>
              <a:rPr lang="en-US" altLang="zh-CN" dirty="0"/>
              <a:t> </a:t>
            </a:r>
            <a:r>
              <a:rPr lang="zh-CN" altLang="en-US" dirty="0"/>
              <a:t>单线调试接口</a:t>
            </a:r>
            <a:r>
              <a:rPr lang="en-US" altLang="zh-CN" dirty="0"/>
              <a:t>&amp;UART</a:t>
            </a:r>
            <a:r>
              <a:rPr lang="zh-CN" altLang="en-US" dirty="0"/>
              <a:t>引脚；</a:t>
            </a:r>
            <a:endParaRPr lang="en-US" altLang="zh-CN" dirty="0"/>
          </a:p>
          <a:p>
            <a:r>
              <a:rPr lang="zh-CN" altLang="en-US" dirty="0"/>
              <a:t>⑤ </a:t>
            </a:r>
            <a:r>
              <a:rPr lang="en-US" altLang="zh-CN" dirty="0"/>
              <a:t>IPEX1</a:t>
            </a:r>
            <a:r>
              <a:rPr lang="zh-CN" altLang="en-US" dirty="0"/>
              <a:t>代连接器（天线）；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主要芯片：</a:t>
            </a:r>
            <a:endParaRPr lang="en-US" altLang="zh-CN" b="1" dirty="0"/>
          </a:p>
          <a:p>
            <a:r>
              <a:rPr lang="zh-CN" altLang="en-US" dirty="0"/>
              <a:t>⑥ 单节锂电池充电芯片 </a:t>
            </a:r>
            <a:r>
              <a:rPr lang="en-US" altLang="zh-CN" dirty="0"/>
              <a:t>TP4057 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⑦ </a:t>
            </a:r>
            <a:r>
              <a:rPr lang="en-US" altLang="zh-CN" dirty="0"/>
              <a:t>LDO</a:t>
            </a:r>
            <a:r>
              <a:rPr lang="zh-CN" altLang="en-US" dirty="0"/>
              <a:t>线性稳压器 </a:t>
            </a:r>
            <a:r>
              <a:rPr lang="en-US" altLang="zh-CN" dirty="0"/>
              <a:t>LP5907SNX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⑧ </a:t>
            </a:r>
            <a:r>
              <a:rPr lang="en-US" altLang="zh-CN" dirty="0"/>
              <a:t>MCU TLSR8258ET32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⑨ 线性马达驱动 </a:t>
            </a:r>
            <a:r>
              <a:rPr lang="en-US" altLang="zh-CN" dirty="0"/>
              <a:t>DRV2625YFFR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dirty="0"/>
              <a:t>其它：</a:t>
            </a:r>
            <a:endParaRPr lang="en-US" altLang="zh-CN" b="1" dirty="0"/>
          </a:p>
          <a:p>
            <a:r>
              <a:rPr lang="zh-CN" altLang="en-US" dirty="0"/>
              <a:t>⑩ 振动开关；</a:t>
            </a:r>
            <a:endParaRPr lang="en-US" altLang="zh-CN" dirty="0"/>
          </a:p>
          <a:p>
            <a:r>
              <a:rPr lang="en-US" altLang="zh-CN" dirty="0"/>
              <a:t>⑪</a:t>
            </a:r>
            <a:r>
              <a:rPr lang="zh-CN" altLang="en-US" dirty="0"/>
              <a:t>外置</a:t>
            </a:r>
            <a:r>
              <a:rPr lang="en-US" altLang="zh-CN" dirty="0"/>
              <a:t>24M</a:t>
            </a:r>
            <a:r>
              <a:rPr lang="zh-CN" altLang="en-US" dirty="0"/>
              <a:t>晶振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C79B877-924F-0F05-1F95-582FC7C72A75}"/>
              </a:ext>
            </a:extLst>
          </p:cNvPr>
          <p:cNvSpPr/>
          <p:nvPr/>
        </p:nvSpPr>
        <p:spPr>
          <a:xfrm>
            <a:off x="7633828" y="1800570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ED8F0AF-7E24-46C1-48B3-77DBC69BFDC3}"/>
              </a:ext>
            </a:extLst>
          </p:cNvPr>
          <p:cNvSpPr/>
          <p:nvPr/>
        </p:nvSpPr>
        <p:spPr>
          <a:xfrm>
            <a:off x="8165143" y="674868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35BFF4E-F1DD-7C1A-AF5C-68215C550633}"/>
              </a:ext>
            </a:extLst>
          </p:cNvPr>
          <p:cNvSpPr/>
          <p:nvPr/>
        </p:nvSpPr>
        <p:spPr>
          <a:xfrm>
            <a:off x="7879410" y="2582509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D13927A-585A-84A9-CB1D-2653873AF69F}"/>
              </a:ext>
            </a:extLst>
          </p:cNvPr>
          <p:cNvSpPr/>
          <p:nvPr/>
        </p:nvSpPr>
        <p:spPr>
          <a:xfrm>
            <a:off x="7633925" y="4889079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A6EAAF17-7F95-A13E-27D9-DAF703E28AB1}"/>
              </a:ext>
            </a:extLst>
          </p:cNvPr>
          <p:cNvSpPr/>
          <p:nvPr/>
        </p:nvSpPr>
        <p:spPr>
          <a:xfrm>
            <a:off x="9601657" y="404969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5FFDA7F-1501-63BB-C179-26F0435F8090}"/>
              </a:ext>
            </a:extLst>
          </p:cNvPr>
          <p:cNvSpPr/>
          <p:nvPr/>
        </p:nvSpPr>
        <p:spPr>
          <a:xfrm>
            <a:off x="8327815" y="2014929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7CE08B5-025F-F678-03A6-51E17E8C22B4}"/>
              </a:ext>
            </a:extLst>
          </p:cNvPr>
          <p:cNvSpPr/>
          <p:nvPr/>
        </p:nvSpPr>
        <p:spPr>
          <a:xfrm>
            <a:off x="8954197" y="1470061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8D297E9-6EAF-D4A4-27F7-75A3EE7B62F2}"/>
              </a:ext>
            </a:extLst>
          </p:cNvPr>
          <p:cNvSpPr/>
          <p:nvPr/>
        </p:nvSpPr>
        <p:spPr>
          <a:xfrm>
            <a:off x="9309049" y="2500512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A628835C-1272-6C99-D404-18F47A21B80C}"/>
              </a:ext>
            </a:extLst>
          </p:cNvPr>
          <p:cNvSpPr/>
          <p:nvPr/>
        </p:nvSpPr>
        <p:spPr>
          <a:xfrm>
            <a:off x="8340412" y="3062382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28DF618-1AC2-88E0-901D-A0C337CEB3DA}"/>
              </a:ext>
            </a:extLst>
          </p:cNvPr>
          <p:cNvSpPr/>
          <p:nvPr/>
        </p:nvSpPr>
        <p:spPr>
          <a:xfrm>
            <a:off x="10115537" y="2451169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⑩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05BA7984-AF5B-1E5E-CEF5-803F2DBFD6B7}"/>
              </a:ext>
            </a:extLst>
          </p:cNvPr>
          <p:cNvSpPr/>
          <p:nvPr/>
        </p:nvSpPr>
        <p:spPr>
          <a:xfrm>
            <a:off x="8931615" y="1984677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⑪</a:t>
            </a:r>
          </a:p>
        </p:txBody>
      </p:sp>
    </p:spTree>
    <p:extLst>
      <p:ext uri="{BB962C8B-B14F-4D97-AF65-F5344CB8AC3E}">
        <p14:creationId xmlns:p14="http://schemas.microsoft.com/office/powerpoint/2010/main" val="1812104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77CA3-3FB2-08A0-0047-5ECBFE5A1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BEAD6E8-4161-95F9-8937-180306A0A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619" y="210239"/>
            <a:ext cx="2995866" cy="339115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403BB1E-31EB-32AB-3442-BB44223B0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4" y="254660"/>
            <a:ext cx="10515600" cy="49404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B85</a:t>
            </a:r>
            <a:r>
              <a:rPr lang="zh-CN" altLang="en-US" sz="2800" b="1" dirty="0"/>
              <a:t>蓝牙振动开发板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02D99D-041C-0EE8-2FBA-8E91B0600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640"/>
            <a:ext cx="12192000" cy="596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二、硬件外设：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、电池电压检测电路：</a:t>
            </a:r>
            <a:endParaRPr lang="en-US" altLang="zh-CN" b="1" dirty="0"/>
          </a:p>
          <a:p>
            <a:pPr marL="0" indent="457200">
              <a:buNone/>
            </a:pPr>
            <a:r>
              <a:rPr lang="zh-CN" altLang="en-US" dirty="0"/>
              <a:t>电压检测电路为电阻分压网络，使用分压电路原</a:t>
            </a:r>
            <a:br>
              <a:rPr lang="en-US" altLang="zh-CN" dirty="0"/>
            </a:br>
            <a:r>
              <a:rPr lang="zh-CN" altLang="en-US" dirty="0"/>
              <a:t>因为电池电压超过了</a:t>
            </a:r>
            <a:r>
              <a:rPr lang="en-US" altLang="zh-CN" dirty="0"/>
              <a:t>MCU</a:t>
            </a:r>
            <a:r>
              <a:rPr lang="zh-CN" altLang="en-US" dirty="0"/>
              <a:t>最大承受电压；分压比例为</a:t>
            </a:r>
            <a:br>
              <a:rPr lang="en-US" altLang="zh-CN" dirty="0"/>
            </a:br>
            <a:r>
              <a:rPr lang="en-US" altLang="zh-CN" dirty="0"/>
              <a:t>ADC</a:t>
            </a:r>
            <a:r>
              <a:rPr lang="zh-CN" altLang="en-US" dirty="0"/>
              <a:t>电压</a:t>
            </a:r>
            <a:r>
              <a:rPr lang="en-US" altLang="zh-CN" dirty="0"/>
              <a:t>=78.4%</a:t>
            </a:r>
            <a:r>
              <a:rPr lang="zh-CN" altLang="en-US" dirty="0"/>
              <a:t>电池电压，以电池电压</a:t>
            </a:r>
            <a:r>
              <a:rPr lang="en-US" altLang="zh-CN" dirty="0"/>
              <a:t>2.7~4.2V</a:t>
            </a:r>
            <a:r>
              <a:rPr lang="zh-CN" altLang="en-US" dirty="0"/>
              <a:t>计，</a:t>
            </a:r>
            <a:br>
              <a:rPr lang="en-US" altLang="zh-CN" dirty="0"/>
            </a:br>
            <a:r>
              <a:rPr lang="zh-CN" altLang="en-US" dirty="0"/>
              <a:t>输入到</a:t>
            </a:r>
            <a:r>
              <a:rPr lang="en-US" altLang="zh-CN" dirty="0"/>
              <a:t>MCU ADC</a:t>
            </a:r>
            <a:r>
              <a:rPr lang="zh-CN" altLang="en-US" dirty="0"/>
              <a:t>引脚的电压为</a:t>
            </a:r>
            <a:r>
              <a:rPr lang="en-US" altLang="zh-CN" dirty="0"/>
              <a:t>2.12V~3.29V</a:t>
            </a:r>
            <a:r>
              <a:rPr lang="zh-CN" altLang="en-US" dirty="0"/>
              <a:t>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※</a:t>
            </a:r>
            <a:r>
              <a:rPr lang="en-US" altLang="zh-CN" i="1" dirty="0"/>
              <a:t>MCU</a:t>
            </a:r>
            <a:r>
              <a:rPr lang="zh-CN" altLang="en-US" i="1" dirty="0"/>
              <a:t>检测引脚为</a:t>
            </a:r>
            <a:r>
              <a:rPr lang="en-US" altLang="zh-CN" i="1" dirty="0"/>
              <a:t>PB1</a:t>
            </a:r>
            <a:r>
              <a:rPr lang="zh-CN" altLang="en-US" i="1" dirty="0"/>
              <a:t>；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、振动检测电路：</a:t>
            </a:r>
            <a:endParaRPr lang="en-US" altLang="zh-CN" b="1" dirty="0"/>
          </a:p>
          <a:p>
            <a:pPr marL="0" indent="457200">
              <a:buNone/>
            </a:pPr>
            <a:r>
              <a:rPr lang="zh-CN" altLang="en-US" dirty="0"/>
              <a:t>振动传感器等效为开关，通过</a:t>
            </a:r>
            <a:r>
              <a:rPr lang="en-US" altLang="zh-CN" dirty="0"/>
              <a:t>330k</a:t>
            </a:r>
            <a:r>
              <a:rPr lang="zh-CN" altLang="en-US" dirty="0"/>
              <a:t>电阻上拉电平；</a:t>
            </a:r>
            <a:br>
              <a:rPr lang="en-US" altLang="zh-CN" dirty="0"/>
            </a:br>
            <a:r>
              <a:rPr lang="zh-CN" altLang="en-US" dirty="0"/>
              <a:t>该传感器初始状态随机，有闭合</a:t>
            </a:r>
            <a:r>
              <a:rPr lang="en-US" altLang="zh-CN" dirty="0"/>
              <a:t>/</a:t>
            </a:r>
            <a:r>
              <a:rPr lang="zh-CN" altLang="en-US" dirty="0"/>
              <a:t>断开两种状态，通过</a:t>
            </a:r>
            <a:br>
              <a:rPr lang="en-US" altLang="zh-CN" dirty="0"/>
            </a:br>
            <a:r>
              <a:rPr lang="zh-CN" altLang="en-US" dirty="0"/>
              <a:t>检测电平变化</a:t>
            </a:r>
            <a:r>
              <a:rPr lang="en-US" altLang="zh-CN" dirty="0"/>
              <a:t>/</a:t>
            </a:r>
            <a:r>
              <a:rPr lang="zh-CN" altLang="en-US" dirty="0"/>
              <a:t>上升下降沿，确认是否有移动事件发生；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※ </a:t>
            </a:r>
            <a:r>
              <a:rPr lang="en-US" altLang="zh-CN" i="1" dirty="0"/>
              <a:t>MCU</a:t>
            </a:r>
            <a:r>
              <a:rPr lang="zh-CN" altLang="en-US" i="1" dirty="0"/>
              <a:t>检测引脚为</a:t>
            </a:r>
            <a:r>
              <a:rPr lang="en-US" altLang="zh-CN" i="1" dirty="0">
                <a:solidFill>
                  <a:srgbClr val="FF0000"/>
                </a:solidFill>
                <a:highlight>
                  <a:srgbClr val="FFFF00"/>
                </a:highlight>
              </a:rPr>
              <a:t>PC1</a:t>
            </a:r>
            <a:r>
              <a:rPr lang="zh-CN" altLang="en-US" i="1" dirty="0"/>
              <a:t>；</a:t>
            </a:r>
            <a:endParaRPr lang="en-US" altLang="zh-CN" i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RST</a:t>
            </a:r>
            <a:r>
              <a:rPr lang="zh-CN" altLang="en-US" b="1" dirty="0"/>
              <a:t>触点：</a:t>
            </a:r>
            <a:endParaRPr lang="en-US" altLang="zh-CN" b="1" dirty="0"/>
          </a:p>
          <a:p>
            <a:pPr marL="0" indent="457200">
              <a:buNone/>
            </a:pPr>
            <a:r>
              <a:rPr lang="zh-CN" altLang="en-US" dirty="0"/>
              <a:t>两焊盘短接硬重置</a:t>
            </a:r>
            <a:r>
              <a:rPr lang="en-US" altLang="zh-CN" dirty="0"/>
              <a:t>MCU</a:t>
            </a:r>
            <a:r>
              <a:rPr lang="zh-CN" altLang="en-US" dirty="0"/>
              <a:t>；用于调试接口失灵时的</a:t>
            </a:r>
            <a:br>
              <a:rPr lang="en-US" altLang="zh-CN" dirty="0"/>
            </a:br>
            <a:r>
              <a:rPr lang="zh-CN" altLang="en-US" dirty="0"/>
              <a:t>应急操作；</a:t>
            </a:r>
            <a:endParaRPr lang="en-US" altLang="zh-CN" b="1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B24D7E9-F75E-C5D0-6767-8375E77B4145}"/>
              </a:ext>
            </a:extLst>
          </p:cNvPr>
          <p:cNvSpPr/>
          <p:nvPr/>
        </p:nvSpPr>
        <p:spPr>
          <a:xfrm>
            <a:off x="9983640" y="1613208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2B458EEB-1D76-75FA-EC25-143682B9268B}"/>
              </a:ext>
            </a:extLst>
          </p:cNvPr>
          <p:cNvSpPr/>
          <p:nvPr/>
        </p:nvSpPr>
        <p:spPr>
          <a:xfrm>
            <a:off x="11471049" y="2479080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04005AC-A97B-6D51-221B-64A74BCC19E2}"/>
              </a:ext>
            </a:extLst>
          </p:cNvPr>
          <p:cNvSpPr/>
          <p:nvPr/>
        </p:nvSpPr>
        <p:spPr>
          <a:xfrm>
            <a:off x="11471049" y="1991076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pic>
        <p:nvPicPr>
          <p:cNvPr id="8" name="图片 7" descr="图片包含 日历&#10;&#10;AI 生成的内容可能不正确。">
            <a:extLst>
              <a:ext uri="{FF2B5EF4-FFF2-40B4-BE49-F238E27FC236}">
                <a16:creationId xmlns:a16="http://schemas.microsoft.com/office/drawing/2014/main" id="{CB5B5E21-D213-350E-9B96-ED1F5E28EB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453" y="3465515"/>
            <a:ext cx="2160000" cy="108376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3E53779-27B1-C466-A53B-0B5D23ECA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9847" y="5418587"/>
            <a:ext cx="2160000" cy="86550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D12BC51-E7AE-4F5C-DDB5-7C6E925005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9847" y="1043392"/>
            <a:ext cx="2160000" cy="108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658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AA9BD-7F3D-C8D6-89FF-C7838F50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BF8CF93-7F20-4BD3-BB57-522D25B2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619" y="3266787"/>
            <a:ext cx="2995866" cy="351025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2C038A1-4B8C-2150-AE93-CD5BCE8E1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619" y="210239"/>
            <a:ext cx="2995866" cy="339115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B7B1379-5744-A128-AE4E-5EEF72CB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4" y="254660"/>
            <a:ext cx="10515600" cy="49404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B85</a:t>
            </a:r>
            <a:r>
              <a:rPr lang="zh-CN" altLang="en-US" sz="2800" b="1" dirty="0"/>
              <a:t>蓝牙振动开发板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524332-8EF4-AC10-FB65-E51E7CF16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640"/>
            <a:ext cx="12192000" cy="596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二、硬件外设：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zh-CN" b="1" dirty="0"/>
              <a:t>4</a:t>
            </a:r>
            <a:r>
              <a:rPr lang="zh-CN" altLang="en-US" b="1" dirty="0"/>
              <a:t>、线性马达驱动电路：</a:t>
            </a:r>
            <a:endParaRPr lang="en-US" altLang="zh-CN" b="1" dirty="0"/>
          </a:p>
          <a:p>
            <a:pPr marL="0" indent="457200">
              <a:buNone/>
            </a:pPr>
            <a:r>
              <a:rPr lang="zh-CN" altLang="en-US" dirty="0"/>
              <a:t>通过</a:t>
            </a:r>
            <a:r>
              <a:rPr lang="en-US" altLang="zh-CN" dirty="0"/>
              <a:t>I</a:t>
            </a:r>
            <a:r>
              <a:rPr lang="en-US" altLang="zh-CN" baseline="30000" dirty="0"/>
              <a:t>2</a:t>
            </a:r>
            <a:r>
              <a:rPr lang="en-US" altLang="zh-CN" dirty="0"/>
              <a:t>C+</a:t>
            </a:r>
            <a:r>
              <a:rPr lang="zh-CN" altLang="en-US" dirty="0"/>
              <a:t>触发引脚控制线性马达振动；受限工艺问题，深度关断引脚未引出；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※</a:t>
            </a:r>
            <a:r>
              <a:rPr lang="zh-CN" altLang="en-US" i="1" dirty="0"/>
              <a:t>控制引脚为</a:t>
            </a:r>
            <a:endParaRPr lang="en-US" altLang="zh-CN" i="1" dirty="0"/>
          </a:p>
          <a:p>
            <a:pPr marL="0" indent="0">
              <a:buNone/>
            </a:pPr>
            <a:r>
              <a:rPr lang="en-US" altLang="zh-CN" i="1" dirty="0"/>
              <a:t>	</a:t>
            </a:r>
            <a:r>
              <a:rPr lang="en-US" altLang="zh-CN" i="1" dirty="0" err="1"/>
              <a:t>i</a:t>
            </a:r>
            <a:r>
              <a:rPr lang="en-US" altLang="zh-CN" i="1" dirty="0"/>
              <a:t>. SDA==PB6</a:t>
            </a:r>
            <a:r>
              <a:rPr lang="zh-CN" altLang="en-US" i="1" dirty="0"/>
              <a:t>；</a:t>
            </a:r>
            <a:endParaRPr lang="en-US" altLang="zh-CN" i="1" dirty="0"/>
          </a:p>
          <a:p>
            <a:pPr marL="0" indent="0">
              <a:buNone/>
            </a:pPr>
            <a:r>
              <a:rPr lang="en-US" altLang="zh-CN" b="1" i="1" dirty="0"/>
              <a:t>	</a:t>
            </a:r>
            <a:r>
              <a:rPr lang="en-US" altLang="zh-CN" i="1" dirty="0"/>
              <a:t>ii. SCL==PD7</a:t>
            </a:r>
            <a:r>
              <a:rPr lang="zh-CN" altLang="en-US" i="1" dirty="0"/>
              <a:t>；</a:t>
            </a:r>
            <a:endParaRPr lang="en-US" altLang="zh-CN" i="1" dirty="0"/>
          </a:p>
          <a:p>
            <a:pPr marL="0" indent="0">
              <a:buNone/>
            </a:pPr>
            <a:r>
              <a:rPr lang="en-US" altLang="zh-CN" i="1" dirty="0"/>
              <a:t>	iii. TRIG==PB5</a:t>
            </a:r>
            <a:r>
              <a:rPr lang="zh-CN" altLang="en-US" i="1" dirty="0"/>
              <a:t>；</a:t>
            </a:r>
            <a:endParaRPr lang="en-US" altLang="zh-CN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5</a:t>
            </a:r>
            <a:r>
              <a:rPr lang="zh-CN" altLang="en-US" b="1" dirty="0"/>
              <a:t>、天线射频电路：</a:t>
            </a:r>
            <a:r>
              <a:rPr lang="en-US" altLang="zh-CN" dirty="0"/>
              <a:t>2.4G</a:t>
            </a:r>
            <a:r>
              <a:rPr lang="zh-CN" altLang="en-US" dirty="0"/>
              <a:t>低功耗蓝牙；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6</a:t>
            </a:r>
            <a:r>
              <a:rPr lang="zh-CN" altLang="en-US" b="1" dirty="0"/>
              <a:t>、充电检测电路：</a:t>
            </a:r>
            <a:endParaRPr lang="en-US" altLang="zh-CN" b="1" dirty="0"/>
          </a:p>
          <a:p>
            <a:pPr marL="0" indent="457200">
              <a:buNone/>
            </a:pPr>
            <a:r>
              <a:rPr lang="zh-CN" altLang="en-US" dirty="0"/>
              <a:t>充电检测电路为电阻分压网络， 高电平提示充电事件；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※ </a:t>
            </a:r>
            <a:r>
              <a:rPr lang="en-US" altLang="zh-CN" i="1" dirty="0"/>
              <a:t>MCU</a:t>
            </a:r>
            <a:r>
              <a:rPr lang="zh-CN" altLang="en-US" i="1" dirty="0"/>
              <a:t>检测引脚为</a:t>
            </a:r>
            <a:r>
              <a:rPr lang="en-US" altLang="zh-CN" i="1" dirty="0">
                <a:solidFill>
                  <a:srgbClr val="FF0000"/>
                </a:solidFill>
                <a:highlight>
                  <a:srgbClr val="FFFF00"/>
                </a:highlight>
              </a:rPr>
              <a:t>PA0</a:t>
            </a:r>
            <a:r>
              <a:rPr lang="zh-CN" altLang="en-US" i="1" dirty="0"/>
              <a:t>；</a:t>
            </a:r>
            <a:endParaRPr lang="en-US" altLang="zh-CN" i="1" dirty="0"/>
          </a:p>
          <a:p>
            <a:pPr marL="0" indent="0">
              <a:buNone/>
            </a:pP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UART</a:t>
            </a:r>
            <a:r>
              <a:rPr lang="zh-CN" altLang="en-US" b="1" dirty="0"/>
              <a:t>通讯：</a:t>
            </a: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※</a:t>
            </a:r>
            <a:r>
              <a:rPr lang="zh-CN" altLang="en-US" i="1" dirty="0"/>
              <a:t>通信引脚为</a:t>
            </a:r>
            <a:endParaRPr lang="en-US" altLang="zh-CN" i="1" dirty="0"/>
          </a:p>
          <a:p>
            <a:pPr marL="0" indent="0">
              <a:buNone/>
            </a:pPr>
            <a:r>
              <a:rPr lang="en-US" altLang="zh-CN" i="1" dirty="0"/>
              <a:t>	</a:t>
            </a:r>
            <a:r>
              <a:rPr lang="en-US" altLang="zh-CN" i="1" dirty="0" err="1"/>
              <a:t>i</a:t>
            </a:r>
            <a:r>
              <a:rPr lang="en-US" altLang="zh-CN" i="1" dirty="0"/>
              <a:t>. RX==PC3;</a:t>
            </a:r>
            <a:r>
              <a:rPr lang="zh-CN" altLang="en-US" i="1" dirty="0"/>
              <a:t> </a:t>
            </a:r>
            <a:r>
              <a:rPr lang="en-US" altLang="zh-CN" i="1" dirty="0"/>
              <a:t>ii. TX==PC2; iii. RTS==PC0 ; iv. CTS==PC4</a:t>
            </a:r>
            <a:endParaRPr lang="en-US" altLang="zh-CN" b="1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CD05ACF-5CF6-A172-FFC3-97A4652F988A}"/>
              </a:ext>
            </a:extLst>
          </p:cNvPr>
          <p:cNvSpPr/>
          <p:nvPr/>
        </p:nvSpPr>
        <p:spPr>
          <a:xfrm>
            <a:off x="9730342" y="2974179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D1A56F1-1B63-E1A9-36D6-CA5A95C14026}"/>
              </a:ext>
            </a:extLst>
          </p:cNvPr>
          <p:cNvSpPr/>
          <p:nvPr/>
        </p:nvSpPr>
        <p:spPr>
          <a:xfrm>
            <a:off x="11061192" y="674868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2FD1ACF-68A5-9161-E970-3DC936D0884F}"/>
              </a:ext>
            </a:extLst>
          </p:cNvPr>
          <p:cNvSpPr/>
          <p:nvPr/>
        </p:nvSpPr>
        <p:spPr>
          <a:xfrm>
            <a:off x="8924619" y="1432104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20EDE257-B747-F8F2-BEDD-D4F084C93CD8}"/>
              </a:ext>
            </a:extLst>
          </p:cNvPr>
          <p:cNvSpPr/>
          <p:nvPr/>
        </p:nvSpPr>
        <p:spPr>
          <a:xfrm>
            <a:off x="9070923" y="4395967"/>
            <a:ext cx="292608" cy="292608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355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37225-AE7F-62B1-5CFB-BF0BB849E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C9B3B-6497-AC8F-8D1F-18FAF5B7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04" y="254660"/>
            <a:ext cx="10515600" cy="49404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B85</a:t>
            </a:r>
            <a:r>
              <a:rPr lang="zh-CN" altLang="en-US" sz="2800" b="1" dirty="0"/>
              <a:t>蓝牙振动开发板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5416C8-C0DC-5C56-74B4-7A5A39365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3640"/>
            <a:ext cx="12192000" cy="596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三、烧录方式：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zh-CN" altLang="en-US" dirty="0"/>
              <a:t>开发板使用</a:t>
            </a:r>
            <a:r>
              <a:rPr lang="en-US" altLang="zh-CN" dirty="0"/>
              <a:t>1.27mm</a:t>
            </a:r>
            <a:r>
              <a:rPr lang="zh-CN" altLang="en-US" dirty="0"/>
              <a:t>间距</a:t>
            </a:r>
            <a:r>
              <a:rPr lang="en-US" altLang="zh-CN" dirty="0"/>
              <a:t>7P</a:t>
            </a:r>
            <a:r>
              <a:rPr lang="zh-CN" altLang="en-US" dirty="0"/>
              <a:t>调试焊盘，通过</a:t>
            </a:r>
            <a:r>
              <a:rPr lang="en-US" altLang="zh-CN" dirty="0"/>
              <a:t>1.27mm</a:t>
            </a:r>
            <a:r>
              <a:rPr lang="zh-CN" altLang="en-US" dirty="0"/>
              <a:t>连接器接入</a:t>
            </a:r>
            <a:r>
              <a:rPr lang="en-US" altLang="zh-CN" dirty="0" err="1"/>
              <a:t>Telink</a:t>
            </a:r>
            <a:r>
              <a:rPr lang="zh-CN" altLang="en-US" dirty="0"/>
              <a:t>调试板；</a:t>
            </a:r>
            <a:br>
              <a:rPr lang="en-US" altLang="zh-CN" dirty="0"/>
            </a:br>
            <a:r>
              <a:rPr lang="en-US" altLang="zh-CN" dirty="0"/>
              <a:t>PCB</a:t>
            </a:r>
            <a:r>
              <a:rPr lang="zh-CN" altLang="en-US" dirty="0"/>
              <a:t>背面提供丝印标识；该型</a:t>
            </a:r>
            <a:r>
              <a:rPr lang="en-US" altLang="zh-CN" dirty="0"/>
              <a:t>MCU</a:t>
            </a:r>
            <a:r>
              <a:rPr lang="zh-CN" altLang="en-US" dirty="0"/>
              <a:t>可在上电状态下通过单线调试直接进入烧</a:t>
            </a:r>
            <a:br>
              <a:rPr lang="en-US" altLang="zh-CN" dirty="0"/>
            </a:br>
            <a:r>
              <a:rPr lang="zh-CN" altLang="en-US" dirty="0"/>
              <a:t>录模式，无需提供额外的断电时序；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45D1D4-5596-54FC-45EA-9116DCEFD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619" y="3266787"/>
            <a:ext cx="2995866" cy="3510259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8DD32DDC-6058-2943-F2DE-137F57515456}"/>
              </a:ext>
            </a:extLst>
          </p:cNvPr>
          <p:cNvSpPr/>
          <p:nvPr/>
        </p:nvSpPr>
        <p:spPr>
          <a:xfrm>
            <a:off x="9005455" y="4858327"/>
            <a:ext cx="794327" cy="5818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232258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2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主题2" id="{30A06F38-C6F1-43EA-BDC9-AAB7C53093E8}" vid="{F8241808-ED58-4B0B-9D33-C9C1D59A3B1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951</Words>
  <Application>Microsoft Office PowerPoint</Application>
  <PresentationFormat>宽屏</PresentationFormat>
  <Paragraphs>140</Paragraphs>
  <Slides>9</Slides>
  <Notes>9</Notes>
  <HiddenSlides>4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主题2</vt:lpstr>
      <vt:lpstr>B85蓝牙振动开发板</vt:lpstr>
      <vt:lpstr>B85蓝牙振动开发板</vt:lpstr>
      <vt:lpstr>B85蓝牙振动开发板</vt:lpstr>
      <vt:lpstr>B85蓝牙振动开发板</vt:lpstr>
      <vt:lpstr>B85蓝牙振动开发板</vt:lpstr>
      <vt:lpstr>B85蓝牙振动开发板</vt:lpstr>
      <vt:lpstr>B85蓝牙振动开发板</vt:lpstr>
      <vt:lpstr>B85蓝牙振动开发板</vt:lpstr>
      <vt:lpstr>B85蓝牙振动开发板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辉 姚</dc:creator>
  <cp:lastModifiedBy>辉 姚</cp:lastModifiedBy>
  <cp:revision>1</cp:revision>
  <dcterms:created xsi:type="dcterms:W3CDTF">2025-12-12T16:09:48Z</dcterms:created>
  <dcterms:modified xsi:type="dcterms:W3CDTF">2026-02-28T16:47:02Z</dcterms:modified>
</cp:coreProperties>
</file>